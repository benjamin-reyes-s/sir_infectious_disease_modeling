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9.xml" ContentType="application/vnd.openxmlformats-officedocument.them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12.png" ContentType="image/png"/>
  <Override PartName="/ppt/media/image3.png" ContentType="image/png"/>
  <Override PartName="/ppt/media/image19.jpeg" ContentType="image/jpeg"/>
  <Override PartName="/ppt/media/image14.png" ContentType="image/png"/>
  <Override PartName="/ppt/media/image5.png" ContentType="image/png"/>
  <Override PartName="/ppt/media/image6.png" ContentType="image/png"/>
  <Override PartName="/ppt/media/image15.png" ContentType="image/png"/>
  <Override PartName="/ppt/media/image10.png" ContentType="image/png"/>
  <Override PartName="/ppt/media/image1.png" ContentType="image/pn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6.xml.rels" ContentType="application/vnd.openxmlformats-package.relationships+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8.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29.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20.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1.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25.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8.xml.rels" ContentType="application/vnd.openxmlformats-package.relationships+xml"/>
  <Override PartName="/ppt/notesSlides/_rels/notesSlide28.xml.rels" ContentType="application/vnd.openxmlformats-package.relationships+xml"/>
  <Override PartName="/ppt/notesSlides/_rels/notesSlide2.xml.rels" ContentType="application/vnd.openxmlformats-package.relationships+xml"/>
  <Override PartName="/ppt/notesSlides/_rels/notesSlide29.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9.xml.rels" ContentType="application/vnd.openxmlformats-package.relationships+xml"/>
  <Override PartName="/ppt/notesSlides/_rels/notesSlide24.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7.xml.rels" ContentType="application/vnd.openxmlformats-package.relationships+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2.xml" ContentType="application/vnd.openxmlformats-officedocument.presentationml.notesSlide+xml"/>
  <Override PartName="/ppt/notesSlides/notesSlide9.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 id="2147483655" r:id="rId5"/>
    <p:sldMasterId id="214748365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v</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s</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e</a:t>
            </a:r>
            <a:endParaRPr b="0" lang="en-US" sz="4400" strike="noStrike" u="none">
              <a:solidFill>
                <a:srgbClr val="000000"/>
              </a:solidFill>
              <a:effectLst/>
              <a:uFillTx/>
              <a:latin typeface="Arial"/>
            </a:endParaRPr>
          </a:p>
        </p:txBody>
      </p:sp>
      <p:sp>
        <p:nvSpPr>
          <p:cNvPr id="7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8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8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8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8212C6E5-0C26-4AC4-8509-57593268130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6" name="PlaceHolder 1"/>
          <p:cNvSpPr>
            <a:spLocks noGrp="1"/>
          </p:cNvSpPr>
          <p:nvPr>
            <p:ph type="sldImg"/>
          </p:nvPr>
        </p:nvSpPr>
        <p:spPr>
          <a:xfrm>
            <a:off x="685800" y="1143000"/>
            <a:ext cx="5485680" cy="3085560"/>
          </a:xfrm>
          <a:prstGeom prst="rect">
            <a:avLst/>
          </a:prstGeom>
          <a:ln w="0">
            <a:noFill/>
          </a:ln>
        </p:spPr>
      </p:sp>
      <p:sp>
        <p:nvSpPr>
          <p:cNvPr id="65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58"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796C4981-B2DD-482F-9BFE-B9F0E8409870}"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PlaceHolder 1"/>
          <p:cNvSpPr>
            <a:spLocks noGrp="1"/>
          </p:cNvSpPr>
          <p:nvPr>
            <p:ph type="sldImg"/>
          </p:nvPr>
        </p:nvSpPr>
        <p:spPr>
          <a:xfrm>
            <a:off x="685800" y="1143000"/>
            <a:ext cx="5485680" cy="3085560"/>
          </a:xfrm>
          <a:prstGeom prst="rect">
            <a:avLst/>
          </a:prstGeom>
          <a:ln w="0">
            <a:noFill/>
          </a:ln>
        </p:spPr>
      </p:sp>
      <p:sp>
        <p:nvSpPr>
          <p:cNvPr id="66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1"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FF94AB8F-689C-4393-B271-23641B333170}"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PlaceHolder 1"/>
          <p:cNvSpPr>
            <a:spLocks noGrp="1"/>
          </p:cNvSpPr>
          <p:nvPr>
            <p:ph type="sldImg"/>
          </p:nvPr>
        </p:nvSpPr>
        <p:spPr>
          <a:xfrm>
            <a:off x="685800" y="1143000"/>
            <a:ext cx="5485680" cy="3085560"/>
          </a:xfrm>
          <a:prstGeom prst="rect">
            <a:avLst/>
          </a:prstGeom>
          <a:ln w="0">
            <a:noFill/>
          </a:ln>
        </p:spPr>
      </p:sp>
      <p:sp>
        <p:nvSpPr>
          <p:cNvPr id="66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4"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8A45F797-6BD4-45AC-8321-9E5CD69D8573}"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5" name="PlaceHolder 1"/>
          <p:cNvSpPr>
            <a:spLocks noGrp="1"/>
          </p:cNvSpPr>
          <p:nvPr>
            <p:ph type="sldImg"/>
          </p:nvPr>
        </p:nvSpPr>
        <p:spPr>
          <a:xfrm>
            <a:off x="685800" y="1143000"/>
            <a:ext cx="5485680" cy="3085560"/>
          </a:xfrm>
          <a:prstGeom prst="rect">
            <a:avLst/>
          </a:prstGeom>
          <a:ln w="0">
            <a:noFill/>
          </a:ln>
        </p:spPr>
      </p:sp>
      <p:sp>
        <p:nvSpPr>
          <p:cNvPr id="66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67"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77F9540F-6E9C-41B5-922F-4ECBAE896B0D}"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8" name="PlaceHolder 1"/>
          <p:cNvSpPr>
            <a:spLocks noGrp="1"/>
          </p:cNvSpPr>
          <p:nvPr>
            <p:ph type="sldImg"/>
          </p:nvPr>
        </p:nvSpPr>
        <p:spPr>
          <a:xfrm>
            <a:off x="685800" y="1143000"/>
            <a:ext cx="5485680" cy="3085560"/>
          </a:xfrm>
          <a:prstGeom prst="rect">
            <a:avLst/>
          </a:prstGeom>
          <a:ln w="0">
            <a:noFill/>
          </a:ln>
        </p:spPr>
      </p:sp>
      <p:sp>
        <p:nvSpPr>
          <p:cNvPr id="66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0"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66307561-58F8-4819-8836-0D7FEDAC4DF1}"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PlaceHolder 1"/>
          <p:cNvSpPr>
            <a:spLocks noGrp="1"/>
          </p:cNvSpPr>
          <p:nvPr>
            <p:ph type="sldImg"/>
          </p:nvPr>
        </p:nvSpPr>
        <p:spPr>
          <a:xfrm>
            <a:off x="685800" y="1143000"/>
            <a:ext cx="5485680" cy="3085560"/>
          </a:xfrm>
          <a:prstGeom prst="rect">
            <a:avLst/>
          </a:prstGeom>
          <a:ln w="0">
            <a:noFill/>
          </a:ln>
        </p:spPr>
      </p:sp>
      <p:sp>
        <p:nvSpPr>
          <p:cNvPr id="67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3"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38E8C870-4020-4F80-80E0-787650EAE3AA}"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4" name="PlaceHolder 1"/>
          <p:cNvSpPr>
            <a:spLocks noGrp="1"/>
          </p:cNvSpPr>
          <p:nvPr>
            <p:ph type="sldImg"/>
          </p:nvPr>
        </p:nvSpPr>
        <p:spPr>
          <a:xfrm>
            <a:off x="685800" y="1143000"/>
            <a:ext cx="5485680" cy="3085560"/>
          </a:xfrm>
          <a:prstGeom prst="rect">
            <a:avLst/>
          </a:prstGeom>
          <a:ln w="0">
            <a:noFill/>
          </a:ln>
        </p:spPr>
      </p:sp>
      <p:sp>
        <p:nvSpPr>
          <p:cNvPr id="67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6"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237A1B57-4CD6-4AC1-ACB3-58932A29C65A}"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PlaceHolder 1"/>
          <p:cNvSpPr>
            <a:spLocks noGrp="1"/>
          </p:cNvSpPr>
          <p:nvPr>
            <p:ph type="sldImg"/>
          </p:nvPr>
        </p:nvSpPr>
        <p:spPr>
          <a:xfrm>
            <a:off x="685800" y="1143000"/>
            <a:ext cx="5485680" cy="3085560"/>
          </a:xfrm>
          <a:prstGeom prst="rect">
            <a:avLst/>
          </a:prstGeom>
          <a:ln w="0">
            <a:noFill/>
          </a:ln>
        </p:spPr>
      </p:sp>
      <p:sp>
        <p:nvSpPr>
          <p:cNvPr id="67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79"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10BBB078-0551-4C77-87B8-3D2627B25AE0}"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sldImg"/>
          </p:nvPr>
        </p:nvSpPr>
        <p:spPr>
          <a:xfrm>
            <a:off x="685800" y="1143000"/>
            <a:ext cx="5485680" cy="3085560"/>
          </a:xfrm>
          <a:prstGeom prst="rect">
            <a:avLst/>
          </a:prstGeom>
          <a:ln w="0">
            <a:noFill/>
          </a:ln>
        </p:spPr>
      </p:sp>
      <p:sp>
        <p:nvSpPr>
          <p:cNvPr id="68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2"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C168D26E-82EC-498B-A3A5-A36475B76BE6}"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Img"/>
          </p:nvPr>
        </p:nvSpPr>
        <p:spPr>
          <a:xfrm>
            <a:off x="685800" y="1143000"/>
            <a:ext cx="5485680" cy="3085560"/>
          </a:xfrm>
          <a:prstGeom prst="rect">
            <a:avLst/>
          </a:prstGeom>
          <a:ln w="0">
            <a:noFill/>
          </a:ln>
        </p:spPr>
      </p:sp>
      <p:sp>
        <p:nvSpPr>
          <p:cNvPr id="68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5"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151BA05F-FCE1-459D-A0D6-F91AA338AACD}"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sldImg"/>
          </p:nvPr>
        </p:nvSpPr>
        <p:spPr>
          <a:xfrm>
            <a:off x="685800" y="1143000"/>
            <a:ext cx="5485680" cy="3085560"/>
          </a:xfrm>
          <a:prstGeom prst="rect">
            <a:avLst/>
          </a:prstGeom>
          <a:ln w="0">
            <a:noFill/>
          </a:ln>
        </p:spPr>
      </p:sp>
      <p:sp>
        <p:nvSpPr>
          <p:cNvPr id="68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88"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5EDC3A9D-DAB0-4F6E-A163-39C190CFB82D}"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sldImg"/>
          </p:nvPr>
        </p:nvSpPr>
        <p:spPr>
          <a:xfrm>
            <a:off x="685800" y="1143000"/>
            <a:ext cx="5485680" cy="3085560"/>
          </a:xfrm>
          <a:prstGeom prst="rect">
            <a:avLst/>
          </a:prstGeom>
          <a:ln w="0">
            <a:noFill/>
          </a:ln>
        </p:spPr>
      </p:sp>
      <p:sp>
        <p:nvSpPr>
          <p:cNvPr id="69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1"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C4CD3F75-9F2C-48C7-80A0-1D14FC388039}"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sldImg"/>
          </p:nvPr>
        </p:nvSpPr>
        <p:spPr>
          <a:xfrm>
            <a:off x="685800" y="1143000"/>
            <a:ext cx="5485680" cy="3085560"/>
          </a:xfrm>
          <a:prstGeom prst="rect">
            <a:avLst/>
          </a:prstGeom>
          <a:ln w="0">
            <a:noFill/>
          </a:ln>
        </p:spPr>
      </p:sp>
      <p:sp>
        <p:nvSpPr>
          <p:cNvPr id="69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4"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D7374869-860C-4DB1-B16C-84A59051ECA2}"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sldImg"/>
          </p:nvPr>
        </p:nvSpPr>
        <p:spPr>
          <a:xfrm>
            <a:off x="685800" y="1143000"/>
            <a:ext cx="5485680" cy="3085560"/>
          </a:xfrm>
          <a:prstGeom prst="rect">
            <a:avLst/>
          </a:prstGeom>
          <a:ln w="0">
            <a:noFill/>
          </a:ln>
        </p:spPr>
      </p:sp>
      <p:sp>
        <p:nvSpPr>
          <p:cNvPr id="69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697"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de-DE" sz="1200" strike="noStrike" u="none">
                <a:solidFill>
                  <a:schemeClr val="dk1"/>
                </a:solidFill>
                <a:effectLst/>
                <a:uFillTx/>
                <a:latin typeface="+mn-lt"/>
                <a:ea typeface="+mn-ea"/>
              </a:defRPr>
            </a:lvl1pPr>
          </a:lstStyle>
          <a:p>
            <a:pPr indent="0" algn="r" defTabSz="914400">
              <a:lnSpc>
                <a:spcPct val="100000"/>
              </a:lnSpc>
              <a:buNone/>
              <a:tabLst>
                <a:tab algn="l" pos="0"/>
              </a:tabLst>
            </a:pPr>
            <a:fld id="{4C3FB72C-4ADE-4595-9FEE-81D097BFA26C}" type="slidenum">
              <a:rPr b="0" lang="de-DE" sz="1200" strike="noStrike" u="none">
                <a:solidFill>
                  <a:schemeClr val="dk1"/>
                </a:solidFill>
                <a:effectLst/>
                <a:uFillTx/>
                <a:latin typeface="+mn-lt"/>
                <a:ea typeface="+mn-ea"/>
              </a:rPr>
              <a:t>20</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end">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d">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24" name="PlaceHolder 2"/>
          <p:cNvSpPr>
            <a:spLocks noGrp="1"/>
          </p:cNvSpPr>
          <p:nvPr>
            <p:ph type="subTitle"/>
          </p:nvPr>
        </p:nvSpPr>
        <p:spPr>
          <a:xfrm>
            <a:off x="609480" y="1604520"/>
            <a:ext cx="10972440" cy="397728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1 column">
    <p:bg>
      <p:bgPr>
        <a:solidFill>
          <a:srgbClr val="ffffff"/>
        </a:solidFill>
      </p:bgPr>
    </p:bg>
    <p:spTree>
      <p:nvGrpSpPr>
        <p:cNvPr id="1" name=""/>
        <p:cNvGrpSpPr/>
        <p:nvPr/>
      </p:nvGrpSpPr>
      <p:grpSpPr>
        <a:xfrm>
          <a:off x="0" y="0"/>
          <a:ext cx="0" cy="0"/>
          <a:chOff x="0" y="0"/>
          <a:chExt cx="0" cy="0"/>
        </a:xfrm>
      </p:grpSpPr>
      <p:sp>
        <p:nvSpPr>
          <p:cNvPr id="35"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53542258-2458-40CD-BCA3-2252A935DAF0}"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36" name="Grafik 9" descr=""/>
          <p:cNvPicPr/>
          <p:nvPr/>
        </p:nvPicPr>
        <p:blipFill>
          <a:blip r:embed="rId2"/>
          <a:stretch/>
        </p:blipFill>
        <p:spPr>
          <a:xfrm>
            <a:off x="417600" y="6228000"/>
            <a:ext cx="541800" cy="432000"/>
          </a:xfrm>
          <a:prstGeom prst="rect">
            <a:avLst/>
          </a:prstGeom>
          <a:noFill/>
          <a:ln w="0">
            <a:noFill/>
          </a:ln>
        </p:spPr>
      </p:pic>
      <p:sp>
        <p:nvSpPr>
          <p:cNvPr id="37"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8" name="Grafik 12" descr=""/>
          <p:cNvPicPr/>
          <p:nvPr/>
        </p:nvPicPr>
        <p:blipFill>
          <a:blip r:embed="rId3"/>
          <a:stretch/>
        </p:blipFill>
        <p:spPr>
          <a:xfrm>
            <a:off x="11197440" y="6224760"/>
            <a:ext cx="561960" cy="463680"/>
          </a:xfrm>
          <a:prstGeom prst="rect">
            <a:avLst/>
          </a:prstGeom>
          <a:noFill/>
          <a:ln w="0">
            <a:noFill/>
          </a:ln>
        </p:spPr>
      </p:pic>
      <p:pic>
        <p:nvPicPr>
          <p:cNvPr id="39" name="Grafik 16" descr=""/>
          <p:cNvPicPr/>
          <p:nvPr/>
        </p:nvPicPr>
        <p:blipFill>
          <a:blip r:embed="rId4"/>
          <a:stretch/>
        </p:blipFill>
        <p:spPr>
          <a:xfrm>
            <a:off x="997200" y="496800"/>
            <a:ext cx="7704000" cy="36000"/>
          </a:xfrm>
          <a:prstGeom prst="rect">
            <a:avLst/>
          </a:prstGeom>
          <a:noFill/>
          <a:ln w="0">
            <a:noFill/>
          </a:ln>
        </p:spPr>
      </p:pic>
      <p:sp>
        <p:nvSpPr>
          <p:cNvPr id="40"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4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a:t>
            </a:r>
            <a:r>
              <a:rPr b="0" lang="en-US" sz="4400" strike="noStrike" u="none">
                <a:solidFill>
                  <a:srgbClr val="000000"/>
                </a:solidFill>
                <a:effectLst/>
                <a:uFillTx/>
                <a:latin typeface="Arial"/>
              </a:rPr>
              <a:t>k to </a:t>
            </a:r>
            <a:r>
              <a:rPr b="0" lang="en-US" sz="4400" strike="noStrike" u="none">
                <a:solidFill>
                  <a:srgbClr val="000000"/>
                </a:solidFill>
                <a:effectLst/>
                <a:uFillTx/>
                <a:latin typeface="Arial"/>
              </a:rPr>
              <a:t>edit </a:t>
            </a:r>
            <a:r>
              <a:rPr b="0" lang="en-US" sz="4400" strike="noStrike" u="none">
                <a:solidFill>
                  <a:srgbClr val="000000"/>
                </a:solidFill>
                <a:effectLst/>
                <a:uFillTx/>
                <a:latin typeface="Arial"/>
              </a:rPr>
              <a:t>the </a:t>
            </a:r>
            <a:r>
              <a:rPr b="0" lang="en-US" sz="4400" strike="noStrike" u="none">
                <a:solidFill>
                  <a:srgbClr val="000000"/>
                </a:solidFill>
                <a:effectLst/>
                <a:uFillTx/>
                <a:latin typeface="Arial"/>
              </a:rPr>
              <a:t>title </a:t>
            </a:r>
            <a:r>
              <a:rPr b="0" lang="en-US" sz="4400" strike="noStrike" u="none">
                <a:solidFill>
                  <a:srgbClr val="000000"/>
                </a:solidFill>
                <a:effectLst/>
                <a:uFillTx/>
                <a:latin typeface="Arial"/>
              </a:rPr>
              <a:t>text </a:t>
            </a:r>
            <a:r>
              <a:rPr b="0" lang="en-US" sz="4400" strike="noStrike" u="none">
                <a:solidFill>
                  <a:srgbClr val="000000"/>
                </a:solidFill>
                <a:effectLst/>
                <a:uFillTx/>
                <a:latin typeface="Arial"/>
              </a:rPr>
              <a:t>form</a:t>
            </a:r>
            <a:r>
              <a:rPr b="0" lang="en-US" sz="4400" strike="noStrike" u="none">
                <a:solidFill>
                  <a:srgbClr val="000000"/>
                </a:solidFill>
                <a:effectLst/>
                <a:uFillTx/>
                <a:latin typeface="Arial"/>
              </a:rPr>
              <a:t>at</a:t>
            </a:r>
            <a:endParaRPr b="0" lang="en-US" sz="4400" strike="noStrike" u="none">
              <a:solidFill>
                <a:srgbClr val="000000"/>
              </a:solidFill>
              <a:effectLst/>
              <a:uFillTx/>
              <a:latin typeface="Arial"/>
            </a:endParaRPr>
          </a:p>
        </p:txBody>
      </p:sp>
      <p:sp>
        <p:nvSpPr>
          <p:cNvPr id="4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1 column_">
    <p:bg>
      <p:bgPr>
        <a:solidFill>
          <a:srgbClr val="ffffff"/>
        </a:solidFill>
      </p:bgPr>
    </p:bg>
    <p:spTree>
      <p:nvGrpSpPr>
        <p:cNvPr id="1" name=""/>
        <p:cNvGrpSpPr/>
        <p:nvPr/>
      </p:nvGrpSpPr>
      <p:grpSpPr>
        <a:xfrm>
          <a:off x="0" y="0"/>
          <a:ext cx="0" cy="0"/>
          <a:chOff x="0" y="0"/>
          <a:chExt cx="0" cy="0"/>
        </a:xfrm>
      </p:grpSpPr>
      <p:sp>
        <p:nvSpPr>
          <p:cNvPr id="70"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474CE90E-3CFC-4A6F-8D83-3EE6152E74ED}"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71" name="Grafik 9" descr=""/>
          <p:cNvPicPr/>
          <p:nvPr/>
        </p:nvPicPr>
        <p:blipFill>
          <a:blip r:embed="rId2"/>
          <a:stretch/>
        </p:blipFill>
        <p:spPr>
          <a:xfrm>
            <a:off x="417600" y="6228000"/>
            <a:ext cx="541800" cy="432000"/>
          </a:xfrm>
          <a:prstGeom prst="rect">
            <a:avLst/>
          </a:prstGeom>
          <a:noFill/>
          <a:ln w="0">
            <a:noFill/>
          </a:ln>
        </p:spPr>
      </p:pic>
      <p:sp>
        <p:nvSpPr>
          <p:cNvPr id="72"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a:t>
            </a:r>
            <a:r>
              <a:rPr b="0" lang="en-US" sz="700" strike="noStrike" u="none">
                <a:solidFill>
                  <a:schemeClr val="dk1"/>
                </a:solidFill>
                <a:effectLst/>
                <a:uFillTx/>
                <a:latin typeface="Calibri"/>
                <a:ea typeface="Arial"/>
              </a:rPr>
              <a:t>Wissenschaften – ISAS – e.V.</a:t>
            </a:r>
            <a:endParaRPr b="0" lang="en-US" sz="700" strike="noStrike" u="none">
              <a:solidFill>
                <a:srgbClr val="000000"/>
              </a:solidFill>
              <a:effectLst/>
              <a:uFillTx/>
              <a:latin typeface="Arial"/>
            </a:endParaRPr>
          </a:p>
        </p:txBody>
      </p:sp>
      <p:pic>
        <p:nvPicPr>
          <p:cNvPr id="73" name="Grafik 12" descr=""/>
          <p:cNvPicPr/>
          <p:nvPr/>
        </p:nvPicPr>
        <p:blipFill>
          <a:blip r:embed="rId3"/>
          <a:stretch/>
        </p:blipFill>
        <p:spPr>
          <a:xfrm>
            <a:off x="11197440" y="6224760"/>
            <a:ext cx="561960" cy="463680"/>
          </a:xfrm>
          <a:prstGeom prst="rect">
            <a:avLst/>
          </a:prstGeom>
          <a:noFill/>
          <a:ln w="0">
            <a:noFill/>
          </a:ln>
        </p:spPr>
      </p:pic>
      <p:pic>
        <p:nvPicPr>
          <p:cNvPr id="74" name="Grafik 16" descr=""/>
          <p:cNvPicPr/>
          <p:nvPr/>
        </p:nvPicPr>
        <p:blipFill>
          <a:blip r:embed="rId4"/>
          <a:stretch/>
        </p:blipFill>
        <p:spPr>
          <a:xfrm>
            <a:off x="997200" y="496800"/>
            <a:ext cx="7704000" cy="36000"/>
          </a:xfrm>
          <a:prstGeom prst="rect">
            <a:avLst/>
          </a:prstGeom>
          <a:noFill/>
          <a:ln w="0">
            <a:noFill/>
          </a:ln>
        </p:spPr>
      </p:pic>
      <p:sp>
        <p:nvSpPr>
          <p:cNvPr id="75"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
        <p:nvSpPr>
          <p:cNvPr id="7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7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_">
    <p:bg>
      <p:bgPr>
        <a:solidFill>
          <a:srgbClr val="ffffff"/>
        </a:solidFill>
      </p:bgPr>
    </p:bg>
    <p:spTree>
      <p:nvGrpSpPr>
        <p:cNvPr id="1" name=""/>
        <p:cNvGrpSpPr/>
        <p:nvPr/>
      </p:nvGrpSpPr>
      <p:grpSpPr>
        <a:xfrm>
          <a:off x="0" y="0"/>
          <a:ext cx="0" cy="0"/>
          <a:chOff x="0" y="0"/>
          <a:chExt cx="0" cy="0"/>
        </a:xfrm>
      </p:grpSpPr>
      <p:sp>
        <p:nvSpPr>
          <p:cNvPr id="52"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21DA06B6-FAC8-485B-A048-15EB0B09EA79}"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53" name="Grafik 9" descr=""/>
          <p:cNvPicPr/>
          <p:nvPr/>
        </p:nvPicPr>
        <p:blipFill>
          <a:blip r:embed="rId2"/>
          <a:stretch/>
        </p:blipFill>
        <p:spPr>
          <a:xfrm>
            <a:off x="417600" y="6228000"/>
            <a:ext cx="541800" cy="432000"/>
          </a:xfrm>
          <a:prstGeom prst="rect">
            <a:avLst/>
          </a:prstGeom>
          <a:noFill/>
          <a:ln w="0">
            <a:noFill/>
          </a:ln>
        </p:spPr>
      </p:pic>
      <p:sp>
        <p:nvSpPr>
          <p:cNvPr id="54"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55" name="Grafik 12" descr=""/>
          <p:cNvPicPr/>
          <p:nvPr/>
        </p:nvPicPr>
        <p:blipFill>
          <a:blip r:embed="rId3"/>
          <a:stretch/>
        </p:blipFill>
        <p:spPr>
          <a:xfrm>
            <a:off x="11197440" y="6224760"/>
            <a:ext cx="561960" cy="463680"/>
          </a:xfrm>
          <a:prstGeom prst="rect">
            <a:avLst/>
          </a:prstGeom>
          <a:noFill/>
          <a:ln w="0">
            <a:noFill/>
          </a:ln>
        </p:spPr>
      </p:pic>
      <p:pic>
        <p:nvPicPr>
          <p:cNvPr id="56" name="Grafik 16" descr=""/>
          <p:cNvPicPr/>
          <p:nvPr/>
        </p:nvPicPr>
        <p:blipFill>
          <a:blip r:embed="rId4"/>
          <a:stretch/>
        </p:blipFill>
        <p:spPr>
          <a:xfrm>
            <a:off x="997200" y="496800"/>
            <a:ext cx="7704000" cy="36000"/>
          </a:xfrm>
          <a:prstGeom prst="rect">
            <a:avLst/>
          </a:prstGeom>
          <a:noFill/>
          <a:ln w="0">
            <a:noFill/>
          </a:ln>
        </p:spPr>
      </p:pic>
      <p:pic>
        <p:nvPicPr>
          <p:cNvPr id="57" name="Grafik 17" descr=""/>
          <p:cNvPicPr/>
          <p:nvPr/>
        </p:nvPicPr>
        <p:blipFill>
          <a:blip r:embed="rId5"/>
          <a:stretch/>
        </p:blipFill>
        <p:spPr>
          <a:xfrm>
            <a:off x="4007520" y="496800"/>
            <a:ext cx="7704000" cy="36000"/>
          </a:xfrm>
          <a:prstGeom prst="rect">
            <a:avLst/>
          </a:prstGeom>
          <a:noFill/>
          <a:ln w="0">
            <a:noFill/>
          </a:ln>
        </p:spPr>
      </p:pic>
      <p:sp>
        <p:nvSpPr>
          <p:cNvPr id="58"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a:t>
            </a:r>
            <a:r>
              <a:rPr b="0" lang="en-US" sz="4400" strike="noStrike" u="none">
                <a:solidFill>
                  <a:srgbClr val="000000"/>
                </a:solidFill>
                <a:effectLst/>
                <a:uFillTx/>
                <a:latin typeface="Arial"/>
              </a:rPr>
              <a:t>edit the </a:t>
            </a:r>
            <a:r>
              <a:rPr b="0" lang="en-US" sz="4400" strike="noStrike" u="none">
                <a:solidFill>
                  <a:srgbClr val="000000"/>
                </a:solidFill>
                <a:effectLst/>
                <a:uFillTx/>
                <a:latin typeface="Arial"/>
              </a:rPr>
              <a:t>title </a:t>
            </a:r>
            <a:r>
              <a:rPr b="0" lang="en-US" sz="4400" strike="noStrike" u="none">
                <a:solidFill>
                  <a:srgbClr val="000000"/>
                </a:solidFill>
                <a:effectLst/>
                <a:uFillTx/>
                <a:latin typeface="Arial"/>
              </a:rPr>
              <a:t>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6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2 columns__">
    <p:bg>
      <p:bgPr>
        <a:solidFill>
          <a:srgbClr val="ffffff"/>
        </a:solidFill>
      </p:bgPr>
    </p:bg>
    <p:spTree>
      <p:nvGrpSpPr>
        <p:cNvPr id="1" name=""/>
        <p:cNvGrpSpPr/>
        <p:nvPr/>
      </p:nvGrpSpPr>
      <p:grpSpPr>
        <a:xfrm>
          <a:off x="0" y="0"/>
          <a:ext cx="0" cy="0"/>
          <a:chOff x="0" y="0"/>
          <a:chExt cx="0" cy="0"/>
        </a:xfrm>
      </p:grpSpPr>
      <p:sp>
        <p:nvSpPr>
          <p:cNvPr id="61"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C1BFE0AC-6420-4FC9-A45F-0563B420CF28}"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62" name="Grafik 9" descr=""/>
          <p:cNvPicPr/>
          <p:nvPr/>
        </p:nvPicPr>
        <p:blipFill>
          <a:blip r:embed="rId2"/>
          <a:stretch/>
        </p:blipFill>
        <p:spPr>
          <a:xfrm>
            <a:off x="417600" y="6228000"/>
            <a:ext cx="541800" cy="432000"/>
          </a:xfrm>
          <a:prstGeom prst="rect">
            <a:avLst/>
          </a:prstGeom>
          <a:noFill/>
          <a:ln w="0">
            <a:noFill/>
          </a:ln>
        </p:spPr>
      </p:pic>
      <p:sp>
        <p:nvSpPr>
          <p:cNvPr id="63"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a:t>
            </a:r>
            <a:r>
              <a:rPr b="0" lang="en-US" sz="700" strike="noStrike" u="none">
                <a:solidFill>
                  <a:schemeClr val="dk1"/>
                </a:solidFill>
                <a:effectLst/>
                <a:uFillTx/>
                <a:latin typeface="Calibri"/>
                <a:ea typeface="Arial"/>
              </a:rPr>
              <a:t>– ISAS – e.V.</a:t>
            </a:r>
            <a:endParaRPr b="0" lang="en-US" sz="700" strike="noStrike" u="none">
              <a:solidFill>
                <a:srgbClr val="000000"/>
              </a:solidFill>
              <a:effectLst/>
              <a:uFillTx/>
              <a:latin typeface="Arial"/>
            </a:endParaRPr>
          </a:p>
        </p:txBody>
      </p:sp>
      <p:pic>
        <p:nvPicPr>
          <p:cNvPr id="64" name="Grafik 12" descr=""/>
          <p:cNvPicPr/>
          <p:nvPr/>
        </p:nvPicPr>
        <p:blipFill>
          <a:blip r:embed="rId3"/>
          <a:stretch/>
        </p:blipFill>
        <p:spPr>
          <a:xfrm>
            <a:off x="11197440" y="6224760"/>
            <a:ext cx="561960" cy="463680"/>
          </a:xfrm>
          <a:prstGeom prst="rect">
            <a:avLst/>
          </a:prstGeom>
          <a:noFill/>
          <a:ln w="0">
            <a:noFill/>
          </a:ln>
        </p:spPr>
      </p:pic>
      <p:pic>
        <p:nvPicPr>
          <p:cNvPr id="65" name="Grafik 16" descr=""/>
          <p:cNvPicPr/>
          <p:nvPr/>
        </p:nvPicPr>
        <p:blipFill>
          <a:blip r:embed="rId4"/>
          <a:stretch/>
        </p:blipFill>
        <p:spPr>
          <a:xfrm>
            <a:off x="997200" y="496800"/>
            <a:ext cx="7704000" cy="36000"/>
          </a:xfrm>
          <a:prstGeom prst="rect">
            <a:avLst/>
          </a:prstGeom>
          <a:noFill/>
          <a:ln w="0">
            <a:noFill/>
          </a:ln>
        </p:spPr>
      </p:pic>
      <p:pic>
        <p:nvPicPr>
          <p:cNvPr id="66" name="Grafik 17" descr=""/>
          <p:cNvPicPr/>
          <p:nvPr/>
        </p:nvPicPr>
        <p:blipFill>
          <a:blip r:embed="rId5"/>
          <a:stretch/>
        </p:blipFill>
        <p:spPr>
          <a:xfrm>
            <a:off x="4007520" y="496800"/>
            <a:ext cx="7704000" cy="36000"/>
          </a:xfrm>
          <a:prstGeom prst="rect">
            <a:avLst/>
          </a:prstGeom>
          <a:noFill/>
          <a:ln w="0">
            <a:noFill/>
          </a:ln>
        </p:spPr>
      </p:pic>
      <p:sp>
        <p:nvSpPr>
          <p:cNvPr id="67"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endParaRPr b="0" lang="de-DE" sz="1800" strike="noStrike" u="none">
              <a:solidFill>
                <a:schemeClr val="lt1"/>
              </a:solidFill>
              <a:effectLst/>
              <a:uFillTx/>
              <a:latin typeface="Calibri"/>
              <a:ea typeface="Arial"/>
            </a:endParaRPr>
          </a:p>
        </p:txBody>
      </p:sp>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6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mailto:info@isas.de" TargetMode="External"/><Relationship Id="rId5" Type="http://schemas.openxmlformats.org/officeDocument/2006/relationships/hyperlink" Target="http://www.isas.de/" TargetMode="External"/><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2.png"/><Relationship Id="rId10" Type="http://schemas.openxmlformats.org/officeDocument/2006/relationships/slideLayout" Target="../slideLayouts/slideLayout1.xml"/><Relationship Id="rId11"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slideLayout" Target="../slideLayouts/slideLayout4.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5.xml"/><Relationship Id="rId3"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0.png"/><Relationship Id="rId6"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Relationship Id="rId3"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Datumsplatzhalter 2" hidden="1"/>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B5013E78-D05E-42CE-8462-5A6BA117313F}"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 name="Grafik 9" descr=""/>
          <p:cNvPicPr/>
          <p:nvPr/>
        </p:nvPicPr>
        <p:blipFill>
          <a:blip r:embed="rId2"/>
          <a:stretch/>
        </p:blipFill>
        <p:spPr>
          <a:xfrm>
            <a:off x="417600" y="6228000"/>
            <a:ext cx="541800" cy="432000"/>
          </a:xfrm>
          <a:prstGeom prst="rect">
            <a:avLst/>
          </a:prstGeom>
          <a:noFill/>
          <a:ln w="0">
            <a:noFill/>
          </a:ln>
        </p:spPr>
      </p:pic>
      <p:sp>
        <p:nvSpPr>
          <p:cNvPr id="2" name="Textfeld 10" hidden="1"/>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3" name="Grafik 12" descr=""/>
          <p:cNvPicPr/>
          <p:nvPr/>
        </p:nvPicPr>
        <p:blipFill>
          <a:blip r:embed="rId3"/>
          <a:stretch/>
        </p:blipFill>
        <p:spPr>
          <a:xfrm>
            <a:off x="11197440" y="6224760"/>
            <a:ext cx="561960" cy="463680"/>
          </a:xfrm>
          <a:prstGeom prst="rect">
            <a:avLst/>
          </a:prstGeom>
          <a:noFill/>
          <a:ln w="0">
            <a:noFill/>
          </a:ln>
        </p:spPr>
      </p:pic>
      <p:sp>
        <p:nvSpPr>
          <p:cNvPr id="4" name="Textfeld 8"/>
          <p:cNvSpPr/>
          <p:nvPr/>
        </p:nvSpPr>
        <p:spPr>
          <a:xfrm>
            <a:off x="2730600" y="4711320"/>
            <a:ext cx="5594040" cy="1321200"/>
          </a:xfrm>
          <a:prstGeom prst="rect">
            <a:avLst/>
          </a:prstGeom>
          <a:noFill/>
          <a:ln w="0">
            <a:noFill/>
          </a:ln>
        </p:spPr>
        <p:style>
          <a:lnRef idx="0"/>
          <a:fillRef idx="0"/>
          <a:effectRef idx="0"/>
          <a:fontRef idx="minor"/>
        </p:style>
        <p:txBody>
          <a:bodyPr lIns="0" rIns="0" tIns="0" bIns="0" anchor="t">
            <a:spAutoFit/>
          </a:bodyPr>
          <a:p>
            <a:pPr defTabSz="914400">
              <a:lnSpc>
                <a:spcPts val="1400"/>
              </a:lnSpc>
              <a:spcAft>
                <a:spcPts val="601"/>
              </a:spcAft>
            </a:pPr>
            <a:r>
              <a:rPr b="0" lang="de-DE" sz="1200" strike="noStrike" u="none">
                <a:solidFill>
                  <a:schemeClr val="dk1"/>
                </a:solidFill>
                <a:effectLst/>
                <a:uFillTx/>
                <a:latin typeface="Calibri"/>
                <a:ea typeface="Arial"/>
              </a:rPr>
              <a:t>Leibniz-Institut für Analytische Wissenschaften – ISAS – e.V.</a:t>
            </a:r>
            <a:br>
              <a:rPr sz="1200"/>
            </a:br>
            <a:r>
              <a:rPr b="0" lang="de-DE" sz="1200" strike="noStrike" u="none">
                <a:solidFill>
                  <a:schemeClr val="dk1"/>
                </a:solidFill>
                <a:effectLst/>
                <a:uFillTx/>
                <a:latin typeface="Calibri"/>
                <a:ea typeface="Arial"/>
              </a:rPr>
              <a:t>Bunsen-Kirchhoff-Straße 11</a:t>
            </a:r>
            <a:br>
              <a:rPr sz="1200"/>
            </a:br>
            <a:r>
              <a:rPr b="0" lang="de-DE" sz="1200" strike="noStrike" u="none">
                <a:solidFill>
                  <a:schemeClr val="dk1"/>
                </a:solidFill>
                <a:effectLst/>
                <a:uFillTx/>
                <a:latin typeface="Calibri"/>
                <a:ea typeface="Arial"/>
              </a:rPr>
              <a:t>44139 Dortmund</a:t>
            </a:r>
            <a:endParaRPr b="0" lang="en-US" sz="1200" strike="noStrike" u="none">
              <a:solidFill>
                <a:srgbClr val="000000"/>
              </a:solidFill>
              <a:effectLst/>
              <a:uFillTx/>
              <a:latin typeface="Arial"/>
            </a:endParaRPr>
          </a:p>
          <a:p>
            <a:pPr defTabSz="914400">
              <a:lnSpc>
                <a:spcPts val="1400"/>
              </a:lnSpc>
              <a:spcAft>
                <a:spcPts val="601"/>
              </a:spcAft>
            </a:pPr>
            <a:r>
              <a:rPr b="0" lang="de-DE" sz="1200" strike="noStrike" u="none">
                <a:solidFill>
                  <a:schemeClr val="dk1"/>
                </a:solidFill>
                <a:effectLst/>
                <a:uFillTx/>
                <a:latin typeface="Calibri"/>
                <a:ea typeface="Arial"/>
              </a:rPr>
              <a:t>T: +49 (0)231 1392-0</a:t>
            </a:r>
            <a:br>
              <a:rPr sz="1200"/>
            </a:br>
            <a:r>
              <a:rPr b="0" lang="de-DE" sz="1200" strike="noStrike" u="none">
                <a:solidFill>
                  <a:schemeClr val="dk1"/>
                </a:solidFill>
                <a:effectLst/>
                <a:uFillTx/>
                <a:latin typeface="Calibri"/>
                <a:ea typeface="Arial"/>
              </a:rPr>
              <a:t>F: +49 (0)231 1392-200</a:t>
            </a:r>
            <a:br>
              <a:rPr sz="1200"/>
            </a:br>
            <a:r>
              <a:rPr b="0" lang="de-DE" sz="1200" strike="noStrike" u="sng">
                <a:solidFill>
                  <a:schemeClr val="dk1"/>
                </a:solidFill>
                <a:effectLst/>
                <a:uFillTx/>
                <a:latin typeface="Calibri"/>
                <a:ea typeface="Arial"/>
                <a:hlinkClick r:id="rId4"/>
              </a:rPr>
              <a:t>info@isas.de</a:t>
            </a:r>
            <a:br>
              <a:rPr sz="1200"/>
            </a:br>
            <a:r>
              <a:rPr b="0" lang="de-DE" sz="1200" strike="noStrike" u="sng">
                <a:solidFill>
                  <a:schemeClr val="dk1"/>
                </a:solidFill>
                <a:effectLst/>
                <a:uFillTx/>
                <a:latin typeface="Calibri"/>
                <a:ea typeface="Arial"/>
                <a:hlinkClick r:id="rId5"/>
              </a:rPr>
              <a:t>www.isas.de</a:t>
            </a:r>
            <a:endParaRPr b="0" lang="en-US" sz="1200" strike="noStrike" u="none">
              <a:solidFill>
                <a:srgbClr val="000000"/>
              </a:solidFill>
              <a:effectLst/>
              <a:uFillTx/>
              <a:latin typeface="Arial"/>
            </a:endParaRPr>
          </a:p>
        </p:txBody>
      </p:sp>
      <p:pic>
        <p:nvPicPr>
          <p:cNvPr id="5" name="Grafik 7" descr=""/>
          <p:cNvPicPr/>
          <p:nvPr/>
        </p:nvPicPr>
        <p:blipFill>
          <a:blip r:embed="rId6"/>
          <a:stretch/>
        </p:blipFill>
        <p:spPr>
          <a:xfrm>
            <a:off x="998640" y="1764000"/>
            <a:ext cx="1724400" cy="72360"/>
          </a:xfrm>
          <a:prstGeom prst="rect">
            <a:avLst/>
          </a:prstGeom>
          <a:noFill/>
          <a:ln w="0">
            <a:noFill/>
          </a:ln>
        </p:spPr>
      </p:pic>
      <p:pic>
        <p:nvPicPr>
          <p:cNvPr id="6" name="Grafik 9" descr=""/>
          <p:cNvPicPr/>
          <p:nvPr/>
        </p:nvPicPr>
        <p:blipFill>
          <a:blip r:embed="rId7"/>
          <a:stretch/>
        </p:blipFill>
        <p:spPr>
          <a:xfrm>
            <a:off x="2730600" y="4428000"/>
            <a:ext cx="5972760" cy="72360"/>
          </a:xfrm>
          <a:prstGeom prst="rect">
            <a:avLst/>
          </a:prstGeom>
          <a:noFill/>
          <a:ln w="0">
            <a:noFill/>
          </a:ln>
        </p:spPr>
      </p:pic>
      <p:pic>
        <p:nvPicPr>
          <p:cNvPr id="7" name="Grafik 11" descr=""/>
          <p:cNvPicPr/>
          <p:nvPr/>
        </p:nvPicPr>
        <p:blipFill>
          <a:blip r:embed="rId8"/>
          <a:stretch/>
        </p:blipFill>
        <p:spPr>
          <a:xfrm>
            <a:off x="417600" y="6228000"/>
            <a:ext cx="1510920" cy="432000"/>
          </a:xfrm>
          <a:prstGeom prst="rect">
            <a:avLst/>
          </a:prstGeom>
          <a:noFill/>
          <a:ln w="0">
            <a:noFill/>
          </a:ln>
        </p:spPr>
      </p:pic>
      <p:pic>
        <p:nvPicPr>
          <p:cNvPr id="8" name="Grafik 13" descr=""/>
          <p:cNvPicPr/>
          <p:nvPr/>
        </p:nvPicPr>
        <p:blipFill>
          <a:blip r:embed="rId9"/>
          <a:stretch/>
        </p:blipFill>
        <p:spPr>
          <a:xfrm>
            <a:off x="11197440" y="6224760"/>
            <a:ext cx="561960" cy="463680"/>
          </a:xfrm>
          <a:prstGeom prst="rect">
            <a:avLst/>
          </a:prstGeom>
          <a:noFill/>
          <a:ln w="0">
            <a:noFill/>
          </a:ln>
        </p:spPr>
      </p:pic>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0"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10"/>
    <p:sldLayoutId id="2147483650" r:id="rId11"/>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Datumsplatzhalter 2" hidden="1"/>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0A94A23E-2356-4192-A4EC-34E8CD3EE55F}"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14" name="Grafik 9" descr=""/>
          <p:cNvPicPr/>
          <p:nvPr/>
        </p:nvPicPr>
        <p:blipFill>
          <a:blip r:embed="rId2"/>
          <a:stretch/>
        </p:blipFill>
        <p:spPr>
          <a:xfrm>
            <a:off x="417600" y="6228000"/>
            <a:ext cx="541800" cy="432000"/>
          </a:xfrm>
          <a:prstGeom prst="rect">
            <a:avLst/>
          </a:prstGeom>
          <a:noFill/>
          <a:ln w="0">
            <a:noFill/>
          </a:ln>
        </p:spPr>
      </p:pic>
      <p:sp>
        <p:nvSpPr>
          <p:cNvPr id="15" name="Textfeld 10" hidden="1"/>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16" name="Grafik 12" descr=""/>
          <p:cNvPicPr/>
          <p:nvPr/>
        </p:nvPicPr>
        <p:blipFill>
          <a:blip r:embed="rId3"/>
          <a:stretch/>
        </p:blipFill>
        <p:spPr>
          <a:xfrm>
            <a:off x="11197440" y="6224760"/>
            <a:ext cx="561960" cy="463680"/>
          </a:xfrm>
          <a:prstGeom prst="rect">
            <a:avLst/>
          </a:prstGeom>
          <a:noFill/>
          <a:ln w="0">
            <a:noFill/>
          </a:ln>
        </p:spPr>
      </p:pic>
      <p:pic>
        <p:nvPicPr>
          <p:cNvPr id="17" name="Grafik 9" descr=""/>
          <p:cNvPicPr/>
          <p:nvPr/>
        </p:nvPicPr>
        <p:blipFill>
          <a:blip r:embed="rId4"/>
          <a:stretch/>
        </p:blipFill>
        <p:spPr>
          <a:xfrm>
            <a:off x="998640" y="1764000"/>
            <a:ext cx="1724400" cy="72360"/>
          </a:xfrm>
          <a:prstGeom prst="rect">
            <a:avLst/>
          </a:prstGeom>
          <a:noFill/>
          <a:ln w="0">
            <a:noFill/>
          </a:ln>
        </p:spPr>
      </p:pic>
      <p:pic>
        <p:nvPicPr>
          <p:cNvPr id="18" name="Grafik 3" descr=""/>
          <p:cNvPicPr/>
          <p:nvPr/>
        </p:nvPicPr>
        <p:blipFill>
          <a:blip r:embed="rId5"/>
          <a:stretch/>
        </p:blipFill>
        <p:spPr>
          <a:xfrm>
            <a:off x="2730600" y="4428000"/>
            <a:ext cx="5972760" cy="72360"/>
          </a:xfrm>
          <a:prstGeom prst="rect">
            <a:avLst/>
          </a:prstGeom>
          <a:noFill/>
          <a:ln w="0">
            <a:noFill/>
          </a:ln>
        </p:spPr>
      </p:pic>
      <p:pic>
        <p:nvPicPr>
          <p:cNvPr id="19" name="Grafik 4" descr=""/>
          <p:cNvPicPr/>
          <p:nvPr/>
        </p:nvPicPr>
        <p:blipFill>
          <a:blip r:embed="rId6"/>
          <a:stretch/>
        </p:blipFill>
        <p:spPr>
          <a:xfrm>
            <a:off x="417600" y="6228000"/>
            <a:ext cx="1510920" cy="432000"/>
          </a:xfrm>
          <a:prstGeom prst="rect">
            <a:avLst/>
          </a:prstGeom>
          <a:noFill/>
          <a:ln w="0">
            <a:noFill/>
          </a:ln>
        </p:spPr>
      </p:pic>
      <p:pic>
        <p:nvPicPr>
          <p:cNvPr id="20" name="Grafik 7" descr=""/>
          <p:cNvPicPr/>
          <p:nvPr/>
        </p:nvPicPr>
        <p:blipFill>
          <a:blip r:embed="rId7"/>
          <a:stretch/>
        </p:blipFill>
        <p:spPr>
          <a:xfrm>
            <a:off x="11197440" y="6224760"/>
            <a:ext cx="561960" cy="463680"/>
          </a:xfrm>
          <a:prstGeom prst="rect">
            <a:avLst/>
          </a:prstGeom>
          <a:noFill/>
          <a:ln w="0">
            <a:noFill/>
          </a:ln>
        </p:spPr>
      </p:pic>
      <p:sp>
        <p:nvSpPr>
          <p:cNvPr id="21" name="PlaceHolder 1"/>
          <p:cNvSpPr>
            <a:spLocks noGrp="1"/>
          </p:cNvSpPr>
          <p:nvPr>
            <p:ph type="title"/>
          </p:nvPr>
        </p:nvSpPr>
        <p:spPr>
          <a:xfrm>
            <a:off x="609480" y="708480"/>
            <a:ext cx="109720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2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2" r:id="rId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97D1DFF4-314D-45FB-A903-6FC78D35E5CF}" type="slidenum">
              <a:rPr b="1" lang="en-US" sz="900" strike="noStrike" u="none">
                <a:solidFill>
                  <a:schemeClr val="dk1"/>
                </a:solidFill>
                <a:effectLst/>
                <a:uFillTx/>
                <a:latin typeface="Calibri"/>
                <a:ea typeface="Arial"/>
              </a:rPr>
              <a:t>&lt;number&gt;</a:t>
            </a:fld>
            <a:endParaRPr b="0" lang="en-US" sz="900" strike="noStrike" u="none">
              <a:solidFill>
                <a:srgbClr val="ffffff"/>
              </a:solidFill>
              <a:effectLst/>
              <a:uFillTx/>
              <a:latin typeface="Arial"/>
            </a:endParaRPr>
          </a:p>
        </p:txBody>
      </p:sp>
      <p:pic>
        <p:nvPicPr>
          <p:cNvPr id="26" name="Grafik 9" descr=""/>
          <p:cNvPicPr/>
          <p:nvPr/>
        </p:nvPicPr>
        <p:blipFill>
          <a:blip r:embed="rId2"/>
          <a:stretch/>
        </p:blipFill>
        <p:spPr>
          <a:xfrm>
            <a:off x="417600" y="6228000"/>
            <a:ext cx="541800" cy="432000"/>
          </a:xfrm>
          <a:prstGeom prst="rect">
            <a:avLst/>
          </a:prstGeom>
          <a:noFill/>
          <a:ln w="0">
            <a:noFill/>
          </a:ln>
        </p:spPr>
      </p:pic>
      <p:sp>
        <p:nvSpPr>
          <p:cNvPr id="27"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ffffff"/>
              </a:solidFill>
              <a:effectLst/>
              <a:uFillTx/>
              <a:latin typeface="Arial"/>
            </a:endParaRPr>
          </a:p>
        </p:txBody>
      </p:sp>
      <p:pic>
        <p:nvPicPr>
          <p:cNvPr id="28" name="Grafik 12" descr=""/>
          <p:cNvPicPr/>
          <p:nvPr/>
        </p:nvPicPr>
        <p:blipFill>
          <a:blip r:embed="rId3"/>
          <a:stretch/>
        </p:blipFill>
        <p:spPr>
          <a:xfrm>
            <a:off x="11197440" y="6224760"/>
            <a:ext cx="561960" cy="463680"/>
          </a:xfrm>
          <a:prstGeom prst="rect">
            <a:avLst/>
          </a:prstGeom>
          <a:noFill/>
          <a:ln w="0">
            <a:noFill/>
          </a:ln>
        </p:spPr>
      </p:pic>
      <p:pic>
        <p:nvPicPr>
          <p:cNvPr id="29" name="Grafik 2" descr=""/>
          <p:cNvPicPr/>
          <p:nvPr/>
        </p:nvPicPr>
        <p:blipFill>
          <a:blip r:embed="rId4"/>
          <a:stretch/>
        </p:blipFill>
        <p:spPr>
          <a:xfrm>
            <a:off x="997200" y="1764000"/>
            <a:ext cx="1724400" cy="72360"/>
          </a:xfrm>
          <a:prstGeom prst="rect">
            <a:avLst/>
          </a:prstGeom>
          <a:noFill/>
          <a:ln w="0">
            <a:noFill/>
          </a:ln>
        </p:spPr>
      </p:pic>
      <p:pic>
        <p:nvPicPr>
          <p:cNvPr id="30" name="Grafik 3" descr=""/>
          <p:cNvPicPr/>
          <p:nvPr/>
        </p:nvPicPr>
        <p:blipFill>
          <a:blip r:embed="rId5"/>
          <a:stretch/>
        </p:blipFill>
        <p:spPr>
          <a:xfrm>
            <a:off x="2732400" y="4428000"/>
            <a:ext cx="5972760" cy="72360"/>
          </a:xfrm>
          <a:prstGeom prst="rect">
            <a:avLst/>
          </a:prstGeom>
          <a:noFill/>
          <a:ln w="0">
            <a:noFill/>
          </a:ln>
        </p:spPr>
      </p:pic>
      <p:pic>
        <p:nvPicPr>
          <p:cNvPr id="31" name="Grafik 4" descr=""/>
          <p:cNvPicPr/>
          <p:nvPr/>
        </p:nvPicPr>
        <p:blipFill>
          <a:blip r:embed="rId6"/>
          <a:stretch/>
        </p:blipFill>
        <p:spPr>
          <a:xfrm>
            <a:off x="417600" y="6228000"/>
            <a:ext cx="1510920" cy="432000"/>
          </a:xfrm>
          <a:prstGeom prst="rect">
            <a:avLst/>
          </a:prstGeom>
          <a:noFill/>
          <a:ln w="0">
            <a:noFill/>
          </a:ln>
        </p:spPr>
      </p:pic>
      <p:pic>
        <p:nvPicPr>
          <p:cNvPr id="32" name="Grafik 7" descr=""/>
          <p:cNvPicPr/>
          <p:nvPr/>
        </p:nvPicPr>
        <p:blipFill>
          <a:blip r:embed="rId7"/>
          <a:stretch/>
        </p:blipFill>
        <p:spPr>
          <a:xfrm>
            <a:off x="11197440" y="6224760"/>
            <a:ext cx="561960" cy="463680"/>
          </a:xfrm>
          <a:prstGeom prst="rect">
            <a:avLst/>
          </a:prstGeom>
          <a:noFill/>
          <a:ln w="0">
            <a:noFill/>
          </a:ln>
        </p:spPr>
      </p:pic>
      <p:sp>
        <p:nvSpPr>
          <p:cNvPr id="3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ffffff"/>
                </a:solidFill>
                <a:effectLst/>
                <a:uFillTx/>
                <a:latin typeface="Arial"/>
              </a:rPr>
              <a:t>Cli</a:t>
            </a:r>
            <a:r>
              <a:rPr b="0" lang="en-US" sz="4400" strike="noStrike" u="none">
                <a:solidFill>
                  <a:srgbClr val="ffffff"/>
                </a:solidFill>
                <a:effectLst/>
                <a:uFillTx/>
                <a:latin typeface="Arial"/>
              </a:rPr>
              <a:t>ck </a:t>
            </a:r>
            <a:r>
              <a:rPr b="0" lang="en-US" sz="4400" strike="noStrike" u="none">
                <a:solidFill>
                  <a:srgbClr val="ffffff"/>
                </a:solidFill>
                <a:effectLst/>
                <a:uFillTx/>
                <a:latin typeface="Arial"/>
              </a:rPr>
              <a:t>to </a:t>
            </a:r>
            <a:r>
              <a:rPr b="0" lang="en-US" sz="4400" strike="noStrike" u="none">
                <a:solidFill>
                  <a:srgbClr val="ffffff"/>
                </a:solidFill>
                <a:effectLst/>
                <a:uFillTx/>
                <a:latin typeface="Arial"/>
              </a:rPr>
              <a:t>edi</a:t>
            </a:r>
            <a:r>
              <a:rPr b="0" lang="en-US" sz="4400" strike="noStrike" u="none">
                <a:solidFill>
                  <a:srgbClr val="ffffff"/>
                </a:solidFill>
                <a:effectLst/>
                <a:uFillTx/>
                <a:latin typeface="Arial"/>
              </a:rPr>
              <a:t>t </a:t>
            </a:r>
            <a:r>
              <a:rPr b="0" lang="en-US" sz="4400" strike="noStrike" u="none">
                <a:solidFill>
                  <a:srgbClr val="ffffff"/>
                </a:solidFill>
                <a:effectLst/>
                <a:uFillTx/>
                <a:latin typeface="Arial"/>
              </a:rPr>
              <a:t>th</a:t>
            </a:r>
            <a:r>
              <a:rPr b="0" lang="en-US" sz="4400" strike="noStrike" u="none">
                <a:solidFill>
                  <a:srgbClr val="ffffff"/>
                </a:solidFill>
                <a:effectLst/>
                <a:uFillTx/>
                <a:latin typeface="Arial"/>
              </a:rPr>
              <a:t>e </a:t>
            </a:r>
            <a:r>
              <a:rPr b="0" lang="en-US" sz="4400" strike="noStrike" u="none">
                <a:solidFill>
                  <a:srgbClr val="ffffff"/>
                </a:solidFill>
                <a:effectLst/>
                <a:uFillTx/>
                <a:latin typeface="Arial"/>
              </a:rPr>
              <a:t>titl</a:t>
            </a:r>
            <a:r>
              <a:rPr b="0" lang="en-US" sz="4400" strike="noStrike" u="none">
                <a:solidFill>
                  <a:srgbClr val="ffffff"/>
                </a:solidFill>
                <a:effectLst/>
                <a:uFillTx/>
                <a:latin typeface="Arial"/>
              </a:rPr>
              <a:t>e </a:t>
            </a:r>
            <a:r>
              <a:rPr b="0" lang="en-US" sz="4400" strike="noStrike" u="none">
                <a:solidFill>
                  <a:srgbClr val="ffffff"/>
                </a:solidFill>
                <a:effectLst/>
                <a:uFillTx/>
                <a:latin typeface="Arial"/>
              </a:rPr>
              <a:t>tex</a:t>
            </a:r>
            <a:r>
              <a:rPr b="0" lang="en-US" sz="4400" strike="noStrike" u="none">
                <a:solidFill>
                  <a:srgbClr val="ffffff"/>
                </a:solidFill>
                <a:effectLst/>
                <a:uFillTx/>
                <a:latin typeface="Arial"/>
              </a:rPr>
              <a:t>t </a:t>
            </a:r>
            <a:r>
              <a:rPr b="0" lang="en-US" sz="4400" strike="noStrike" u="none">
                <a:solidFill>
                  <a:srgbClr val="ffffff"/>
                </a:solidFill>
                <a:effectLst/>
                <a:uFillTx/>
                <a:latin typeface="Arial"/>
              </a:rPr>
              <a:t>for</a:t>
            </a:r>
            <a:r>
              <a:rPr b="0" lang="en-US" sz="4400" strike="noStrike" u="none">
                <a:solidFill>
                  <a:srgbClr val="ffffff"/>
                </a:solidFill>
                <a:effectLst/>
                <a:uFillTx/>
                <a:latin typeface="Arial"/>
              </a:rPr>
              <a:t>m</a:t>
            </a:r>
            <a:r>
              <a:rPr b="0" lang="en-US" sz="4400" strike="noStrike" u="none">
                <a:solidFill>
                  <a:srgbClr val="ffffff"/>
                </a:solidFill>
                <a:effectLst/>
                <a:uFillTx/>
                <a:latin typeface="Arial"/>
              </a:rPr>
              <a:t>at</a:t>
            </a:r>
            <a:endParaRPr b="0" lang="en-US" sz="4400" strike="noStrike" u="none">
              <a:solidFill>
                <a:srgbClr val="ffffff"/>
              </a:solidFill>
              <a:effectLst/>
              <a:uFillTx/>
              <a:latin typeface="Arial"/>
            </a:endParaRPr>
          </a:p>
        </p:txBody>
      </p:sp>
      <p:sp>
        <p:nvSpPr>
          <p:cNvPr id="3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4" r:id="rId8"/>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2"/>
    <p:sldLayoutId id="2147483657"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Datumsplatzhalter 2"/>
          <p:cNvSpPr/>
          <p:nvPr/>
        </p:nvSpPr>
        <p:spPr>
          <a:xfrm>
            <a:off x="3960000" y="6477480"/>
            <a:ext cx="322560" cy="127080"/>
          </a:xfrm>
          <a:prstGeom prst="rect">
            <a:avLst/>
          </a:prstGeom>
          <a:noFill/>
          <a:ln w="0">
            <a:noFill/>
          </a:ln>
        </p:spPr>
        <p:style>
          <a:lnRef idx="0"/>
          <a:fillRef idx="0"/>
          <a:effectRef idx="0"/>
          <a:fontRef idx="minor"/>
        </p:style>
        <p:txBody>
          <a:bodyPr lIns="0" rIns="0" tIns="0" bIns="0" anchor="t">
            <a:spAutoFit/>
          </a:bodyPr>
          <a:p>
            <a:pPr defTabSz="914400">
              <a:lnSpc>
                <a:spcPts val="1001"/>
              </a:lnSpc>
            </a:pPr>
            <a:fld id="{C3114F64-2D33-49BF-8F39-F529F99B258C}" type="slidenum">
              <a:rPr b="1" lang="en-US" sz="900" strike="noStrike" u="none">
                <a:solidFill>
                  <a:schemeClr val="dk1"/>
                </a:solidFill>
                <a:effectLst/>
                <a:uFillTx/>
                <a:latin typeface="Calibri"/>
                <a:ea typeface="Arial"/>
              </a:rPr>
              <a:t>&lt;number&gt;</a:t>
            </a:fld>
            <a:endParaRPr b="0" lang="en-US" sz="900" strike="noStrike" u="none">
              <a:solidFill>
                <a:srgbClr val="000000"/>
              </a:solidFill>
              <a:effectLst/>
              <a:uFillTx/>
              <a:latin typeface="Arial"/>
            </a:endParaRPr>
          </a:p>
        </p:txBody>
      </p:sp>
      <p:pic>
        <p:nvPicPr>
          <p:cNvPr id="44" name="Grafik 9" descr=""/>
          <p:cNvPicPr/>
          <p:nvPr/>
        </p:nvPicPr>
        <p:blipFill>
          <a:blip r:embed="rId2"/>
          <a:stretch/>
        </p:blipFill>
        <p:spPr>
          <a:xfrm>
            <a:off x="417600" y="6228000"/>
            <a:ext cx="541800" cy="432000"/>
          </a:xfrm>
          <a:prstGeom prst="rect">
            <a:avLst/>
          </a:prstGeom>
          <a:noFill/>
          <a:ln w="0">
            <a:noFill/>
          </a:ln>
        </p:spPr>
      </p:pic>
      <p:sp>
        <p:nvSpPr>
          <p:cNvPr id="45" name="Textfeld 10"/>
          <p:cNvSpPr/>
          <p:nvPr/>
        </p:nvSpPr>
        <p:spPr>
          <a:xfrm flipH="1">
            <a:off x="996120" y="6480000"/>
            <a:ext cx="2422080" cy="254160"/>
          </a:xfrm>
          <a:prstGeom prst="rect">
            <a:avLst/>
          </a:prstGeom>
          <a:noFill/>
          <a:ln w="0">
            <a:noFill/>
          </a:ln>
        </p:spPr>
        <p:style>
          <a:lnRef idx="0"/>
          <a:fillRef idx="0"/>
          <a:effectRef idx="0"/>
          <a:fontRef idx="minor"/>
        </p:style>
        <p:txBody>
          <a:bodyPr lIns="0" rIns="0" tIns="0" bIns="0" anchor="t">
            <a:spAutoFit/>
          </a:bodyPr>
          <a:p>
            <a:pPr defTabSz="914400">
              <a:lnSpc>
                <a:spcPts val="1001"/>
              </a:lnSpc>
            </a:pPr>
            <a:r>
              <a:rPr b="0" lang="en-US" sz="700" strike="noStrike" u="none">
                <a:solidFill>
                  <a:schemeClr val="dk1"/>
                </a:solidFill>
                <a:effectLst/>
                <a:uFillTx/>
                <a:latin typeface="Calibri"/>
                <a:ea typeface="Arial"/>
              </a:rPr>
              <a:t>Leibniz-Institut für Analytische Wissenschaften – ISAS – e.V.</a:t>
            </a:r>
            <a:endParaRPr b="0" lang="en-US" sz="700" strike="noStrike" u="none">
              <a:solidFill>
                <a:srgbClr val="000000"/>
              </a:solidFill>
              <a:effectLst/>
              <a:uFillTx/>
              <a:latin typeface="Arial"/>
            </a:endParaRPr>
          </a:p>
        </p:txBody>
      </p:sp>
      <p:pic>
        <p:nvPicPr>
          <p:cNvPr id="46" name="Grafik 12" descr=""/>
          <p:cNvPicPr/>
          <p:nvPr/>
        </p:nvPicPr>
        <p:blipFill>
          <a:blip r:embed="rId3"/>
          <a:stretch/>
        </p:blipFill>
        <p:spPr>
          <a:xfrm>
            <a:off x="11197440" y="6224760"/>
            <a:ext cx="561960" cy="463680"/>
          </a:xfrm>
          <a:prstGeom prst="rect">
            <a:avLst/>
          </a:prstGeom>
          <a:noFill/>
          <a:ln w="0">
            <a:noFill/>
          </a:ln>
        </p:spPr>
      </p:pic>
      <p:pic>
        <p:nvPicPr>
          <p:cNvPr id="47" name="Grafik 16" descr=""/>
          <p:cNvPicPr/>
          <p:nvPr/>
        </p:nvPicPr>
        <p:blipFill>
          <a:blip r:embed="rId4"/>
          <a:stretch/>
        </p:blipFill>
        <p:spPr>
          <a:xfrm>
            <a:off x="997200" y="496800"/>
            <a:ext cx="7704000" cy="36000"/>
          </a:xfrm>
          <a:prstGeom prst="rect">
            <a:avLst/>
          </a:prstGeom>
          <a:noFill/>
          <a:ln w="0">
            <a:noFill/>
          </a:ln>
        </p:spPr>
      </p:pic>
      <p:pic>
        <p:nvPicPr>
          <p:cNvPr id="48" name="Grafik 17" descr=""/>
          <p:cNvPicPr/>
          <p:nvPr/>
        </p:nvPicPr>
        <p:blipFill>
          <a:blip r:embed="rId5"/>
          <a:stretch/>
        </p:blipFill>
        <p:spPr>
          <a:xfrm>
            <a:off x="4007520" y="496800"/>
            <a:ext cx="7704000" cy="36000"/>
          </a:xfrm>
          <a:prstGeom prst="rect">
            <a:avLst/>
          </a:prstGeom>
          <a:noFill/>
          <a:ln w="0">
            <a:noFill/>
          </a:ln>
        </p:spPr>
      </p:pic>
      <p:sp>
        <p:nvSpPr>
          <p:cNvPr id="49" name="Rechteck 6"/>
          <p:cNvSpPr/>
          <p:nvPr/>
        </p:nvSpPr>
        <p:spPr>
          <a:xfrm>
            <a:off x="3794400" y="6279840"/>
            <a:ext cx="919080" cy="440640"/>
          </a:xfrm>
          <a:prstGeom prst="rect">
            <a:avLst/>
          </a:prstGeom>
          <a:solidFill>
            <a:schemeClr val="lt1"/>
          </a:solidFill>
          <a:ln w="12600">
            <a:solidFill>
              <a:srgbClr val="ffffff"/>
            </a:solidFill>
            <a:miter/>
          </a:ln>
        </p:spPr>
        <p:style>
          <a:lnRef idx="0"/>
          <a:fillRef idx="0"/>
          <a:effectRef idx="0"/>
          <a:fontRef idx="minor"/>
        </p:style>
        <p:txBody>
          <a:bodyPr lIns="90000" rIns="90000" tIns="45000" bIns="45000" anchor="ctr">
            <a:noAutofit/>
          </a:bodyPr>
          <a:p>
            <a:pPr>
              <a:lnSpc>
                <a:spcPct val="100000"/>
              </a:lnSpc>
            </a:pPr>
            <a:endParaRPr b="0" lang="de-DE" sz="1800" strike="noStrike" u="none">
              <a:solidFill>
                <a:schemeClr val="lt1"/>
              </a:solidFill>
              <a:effectLst/>
              <a:uFillTx/>
              <a:latin typeface="Calibri"/>
              <a:ea typeface="Arial"/>
            </a:endParaRPr>
          </a:p>
        </p:txBody>
      </p:sp>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a:t>
            </a:r>
            <a:r>
              <a:rPr b="0" lang="en-US" sz="4400" strike="noStrike" u="none">
                <a:solidFill>
                  <a:srgbClr val="000000"/>
                </a:solidFill>
                <a:effectLst/>
                <a:uFillTx/>
                <a:latin typeface="Arial"/>
              </a:rPr>
              <a:t>format</a:t>
            </a:r>
            <a:endParaRPr b="0" lang="en-US" sz="4400" strike="noStrike" u="none">
              <a:solidFill>
                <a:srgbClr val="000000"/>
              </a:solidFill>
              <a:effectLst/>
              <a:uFillTx/>
              <a:latin typeface="Arial"/>
            </a:endParaRPr>
          </a:p>
        </p:txBody>
      </p:sp>
      <p:sp>
        <p:nvSpPr>
          <p:cNvPr id="5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6"/>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2"/>
    <p:sldLayoutId id="2147483662"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8.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8.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8.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2.xml"/><Relationship Id="rId3" Type="http://schemas.openxmlformats.org/officeDocument/2006/relationships/notesSlide" Target="../notesSlides/notesSlide2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1005480" y="2232000"/>
            <a:ext cx="769788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dk1"/>
                </a:solidFill>
                <a:effectLst/>
                <a:uFillTx/>
                <a:latin typeface="Calibri"/>
                <a:ea typeface="Arial"/>
              </a:rPr>
              <a:t>10_Modeling of infectious diseases</a:t>
            </a:r>
            <a:endParaRPr b="0" lang="en-US" sz="5000" strike="noStrike" u="none">
              <a:solidFill>
                <a:srgbClr val="000000"/>
              </a:solidFill>
              <a:effectLst/>
              <a:uFillTx/>
              <a:latin typeface="Arial"/>
            </a:endParaRPr>
          </a:p>
        </p:txBody>
      </p:sp>
      <p:sp>
        <p:nvSpPr>
          <p:cNvPr id="85" name="PlaceHolder 2"/>
          <p:cNvSpPr>
            <a:spLocks noGrp="1"/>
          </p:cNvSpPr>
          <p:nvPr>
            <p:ph type="subTitle"/>
          </p:nvPr>
        </p:nvSpPr>
        <p:spPr>
          <a:xfrm>
            <a:off x="2730600" y="4860000"/>
            <a:ext cx="5972760" cy="1108440"/>
          </a:xfrm>
          <a:prstGeom prst="rect">
            <a:avLst/>
          </a:prstGeom>
          <a:noFill/>
          <a:ln w="0">
            <a:noFill/>
          </a:ln>
        </p:spPr>
        <p:txBody>
          <a:bodyPr lIns="0" rIns="0" tIns="0" bIns="0" anchor="t">
            <a:noAutofit/>
          </a:bodyPr>
          <a:p>
            <a:pPr indent="0" defTabSz="914400">
              <a:lnSpc>
                <a:spcPts val="2500"/>
              </a:lnSpc>
              <a:buNone/>
              <a:tabLst>
                <a:tab algn="l" pos="0"/>
              </a:tabLst>
            </a:pPr>
            <a:r>
              <a:rPr b="1" lang="de-DE" sz="2000" strike="noStrike" u="none">
                <a:solidFill>
                  <a:schemeClr val="dk1"/>
                </a:solidFill>
                <a:effectLst/>
                <a:uFillTx/>
                <a:latin typeface="Calibri"/>
                <a:ea typeface="Arial"/>
              </a:rPr>
              <a:t>Lecture</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Robert Heyer</a:t>
            </a:r>
            <a:endParaRPr b="0" lang="en-US" sz="2000" strike="noStrike" u="none">
              <a:solidFill>
                <a:srgbClr val="000000"/>
              </a:solidFill>
              <a:effectLst/>
              <a:uFillTx/>
              <a:latin typeface="Arial"/>
            </a:endParaRPr>
          </a:p>
          <a:p>
            <a:pPr indent="0" defTabSz="914400">
              <a:lnSpc>
                <a:spcPts val="2500"/>
              </a:lnSpc>
              <a:buNone/>
              <a:tabLst>
                <a:tab algn="l" pos="0"/>
              </a:tabLst>
            </a:pPr>
            <a:r>
              <a:rPr b="0" lang="en-US" sz="2000" strike="noStrike" u="none">
                <a:solidFill>
                  <a:schemeClr val="dk1"/>
                </a:solidFill>
                <a:effectLst/>
                <a:uFillTx/>
                <a:latin typeface="Calibri"/>
                <a:ea typeface="Arial"/>
              </a:rPr>
              <a:t>27.05.2026</a:t>
            </a:r>
            <a:endParaRPr b="0" lang="en-US" sz="2000" strike="noStrike" u="none">
              <a:solidFill>
                <a:srgbClr val="000000"/>
              </a:solidFill>
              <a:effectLst/>
              <a:uFillTx/>
              <a:latin typeface="Arial"/>
            </a:endParaRPr>
          </a:p>
        </p:txBody>
      </p:sp>
      <p:pic>
        <p:nvPicPr>
          <p:cNvPr id="86" name="Grafik 1" descr=""/>
          <p:cNvPicPr/>
          <p:nvPr/>
        </p:nvPicPr>
        <p:blipFill>
          <a:blip r:embed="rId1"/>
          <a:stretch/>
        </p:blipFill>
        <p:spPr>
          <a:xfrm>
            <a:off x="336960" y="117360"/>
            <a:ext cx="2025360" cy="785880"/>
          </a:xfrm>
          <a:prstGeom prst="rect">
            <a:avLst/>
          </a:prstGeom>
          <a:noFill/>
          <a:ln w="0">
            <a:noFill/>
          </a:ln>
        </p:spPr>
      </p:pic>
      <p:pic>
        <p:nvPicPr>
          <p:cNvPr id="87" name="" descr=""/>
          <p:cNvPicPr/>
          <p:nvPr/>
        </p:nvPicPr>
        <p:blipFill>
          <a:blip r:embed="rId2"/>
          <a:stretch/>
        </p:blipFill>
        <p:spPr>
          <a:xfrm>
            <a:off x="5553360" y="3543480"/>
            <a:ext cx="5876280" cy="30855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b</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89" name="Textfeld 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0615EF4D-FA33-406D-B39D-EE32E7D55C6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90" name="Rechteck 5"/>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91" name="Chevron 49"/>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92" name="Chevron 50"/>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93" name="Chevron 51"/>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94" name="Chevron 52"/>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95" name="Textfeld 13"/>
          <p:cNvSpPr/>
          <p:nvPr/>
        </p:nvSpPr>
        <p:spPr>
          <a:xfrm>
            <a:off x="1032120" y="1143000"/>
            <a:ext cx="10505880" cy="505332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Mathematical models have different application studying infectious diseases: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Systems Biology</a:t>
            </a:r>
            <a:r>
              <a:rPr b="0" lang="en-US" sz="1600" strike="noStrike" u="none">
                <a:solidFill>
                  <a:schemeClr val="dk1"/>
                </a:solidFill>
                <a:effectLst/>
                <a:uFillTx/>
                <a:latin typeface="Calibri"/>
                <a:ea typeface="Arial"/>
              </a:rPr>
              <a:t> → processes supporting pathogen growth and spread in within the host   and the effect of drugs or therapies (e.g. Metabolic Modeling). It answers questions like: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How does a pathogen grow in a new host using the nutrients available in the infected tissue to make the energy, the proteins, and all the building blocks it needs to replicate?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Epidemiology</a:t>
            </a:r>
            <a:r>
              <a:rPr b="0" lang="en-US" sz="1600" strike="noStrike" u="none">
                <a:solidFill>
                  <a:schemeClr val="dk1"/>
                </a:solidFill>
                <a:effectLst/>
                <a:uFillTx/>
                <a:latin typeface="Calibri"/>
                <a:ea typeface="Arial"/>
              </a:rPr>
              <a:t> → outbreaks and design infection containment strategies. It answers questions like:</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n-US" sz="1600" strike="noStrike" u="none">
                <a:solidFill>
                  <a:schemeClr val="dk1"/>
                </a:solidFill>
                <a:effectLst/>
                <a:uFillTx/>
                <a:latin typeface="Calibri"/>
                <a:ea typeface="Arial"/>
              </a:rPr>
              <a:t>How does an outbreak spread in a population of people that interact frequently</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Mathematical modeling is a main stone in public health, and shapes policy decisions and evidence-based practice by identifying risk factors for disease and targets for preventive healthcare. Epidemiology → outbreaks and design infection containment strategies</a:t>
            </a: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b</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s</a:t>
            </a:r>
            <a:endParaRPr b="0" lang="en-US" sz="2500" strike="noStrike" u="none">
              <a:solidFill>
                <a:srgbClr val="000000"/>
              </a:solidFill>
              <a:effectLst/>
              <a:uFillTx/>
              <a:latin typeface="Arial"/>
            </a:endParaRPr>
          </a:p>
        </p:txBody>
      </p:sp>
      <p:sp>
        <p:nvSpPr>
          <p:cNvPr id="97" name="Textfeld 30"/>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8FA0D53D-8D98-4E0C-A965-33E598C75585}"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98" name="Chevron 89"/>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99" name="Chevron 90"/>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100" name="Chevron 91"/>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101" name="Chevron 92"/>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102" name="Shape 0"/>
          <p:cNvSpPr/>
          <p:nvPr/>
        </p:nvSpPr>
        <p:spPr>
          <a:xfrm>
            <a:off x="4813200" y="2436120"/>
            <a:ext cx="278640" cy="294120"/>
          </a:xfrm>
          <a:prstGeom prst="rightArrow">
            <a:avLst>
              <a:gd name="adj1" fmla="val 50000"/>
              <a:gd name="adj2" fmla="val 50000"/>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3" name="Shape 1"/>
          <p:cNvSpPr/>
          <p:nvPr/>
        </p:nvSpPr>
        <p:spPr>
          <a:xfrm>
            <a:off x="7742880" y="2436120"/>
            <a:ext cx="277920" cy="294120"/>
          </a:xfrm>
          <a:prstGeom prst="rightArrow">
            <a:avLst>
              <a:gd name="adj1" fmla="val 50000"/>
              <a:gd name="adj2" fmla="val 50000"/>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4" name="Shape 3"/>
          <p:cNvSpPr/>
          <p:nvPr/>
        </p:nvSpPr>
        <p:spPr>
          <a:xfrm>
            <a:off x="8953920" y="4759920"/>
            <a:ext cx="269280" cy="195840"/>
          </a:xfrm>
          <a:prstGeom prst="downArrow">
            <a:avLst>
              <a:gd name="adj1" fmla="val 50000"/>
              <a:gd name="adj2" fmla="val 50000"/>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5" name="Shape 4"/>
          <p:cNvSpPr/>
          <p:nvPr/>
        </p:nvSpPr>
        <p:spPr>
          <a:xfrm>
            <a:off x="2514600" y="914400"/>
            <a:ext cx="2274120" cy="3828600"/>
          </a:xfrm>
          <a:prstGeom prst="roundRect">
            <a:avLst>
              <a:gd name="adj" fmla="val 2878"/>
            </a:avLst>
          </a:prstGeom>
          <a:solidFill>
            <a:srgbClr val="ffffff"/>
          </a:solidFill>
          <a:ln w="2032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6" name="Shape 5"/>
          <p:cNvSpPr/>
          <p:nvPr/>
        </p:nvSpPr>
        <p:spPr>
          <a:xfrm>
            <a:off x="5132880" y="914400"/>
            <a:ext cx="2576880" cy="3828600"/>
          </a:xfrm>
          <a:prstGeom prst="roundRect">
            <a:avLst>
              <a:gd name="adj" fmla="val 2540"/>
            </a:avLst>
          </a:prstGeom>
          <a:solidFill>
            <a:srgbClr val="ffffff"/>
          </a:solidFill>
          <a:ln w="2032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7" name="Shape 6"/>
          <p:cNvSpPr/>
          <p:nvPr/>
        </p:nvSpPr>
        <p:spPr>
          <a:xfrm>
            <a:off x="8078400" y="914400"/>
            <a:ext cx="2208600" cy="3828600"/>
          </a:xfrm>
          <a:prstGeom prst="roundRect">
            <a:avLst>
              <a:gd name="adj" fmla="val 2963"/>
            </a:avLst>
          </a:prstGeom>
          <a:solidFill>
            <a:srgbClr val="ffffff"/>
          </a:solidFill>
          <a:ln w="2032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8" name="Text 40"/>
          <p:cNvSpPr/>
          <p:nvPr/>
        </p:nvSpPr>
        <p:spPr>
          <a:xfrm>
            <a:off x="2752200" y="1037160"/>
            <a:ext cx="181584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61f61"/>
                </a:solidFill>
                <a:effectLst/>
                <a:uFillTx/>
                <a:latin typeface="Arial"/>
                <a:ea typeface="Arial"/>
              </a:rPr>
              <a:t>Healthcare realities</a:t>
            </a:r>
            <a:endParaRPr b="0" lang="en-US" sz="1700" strike="noStrike" u="none">
              <a:solidFill>
                <a:srgbClr val="000000"/>
              </a:solidFill>
              <a:effectLst/>
              <a:uFillTx/>
              <a:latin typeface="Arial"/>
            </a:endParaRPr>
          </a:p>
        </p:txBody>
      </p:sp>
      <p:sp>
        <p:nvSpPr>
          <p:cNvPr id="109" name="Text 41"/>
          <p:cNvSpPr/>
          <p:nvPr/>
        </p:nvSpPr>
        <p:spPr>
          <a:xfrm>
            <a:off x="2833920" y="1307160"/>
            <a:ext cx="1619280" cy="3510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i="1" lang="en-US" sz="1220" strike="noStrike" u="none">
                <a:solidFill>
                  <a:srgbClr val="061f61"/>
                </a:solidFill>
                <a:effectLst/>
                <a:uFillTx/>
                <a:latin typeface="Arial"/>
                <a:ea typeface="Arial"/>
              </a:rPr>
              <a:t>Real-world data, patients,</a:t>
            </a:r>
            <a:endParaRPr b="0" lang="en-US" sz="1220" strike="noStrike" u="none">
              <a:solidFill>
                <a:srgbClr val="000000"/>
              </a:solidFill>
              <a:effectLst/>
              <a:uFillTx/>
              <a:latin typeface="Arial"/>
            </a:endParaRPr>
          </a:p>
          <a:p>
            <a:pPr algn="ctr" defTabSz="914400">
              <a:lnSpc>
                <a:spcPct val="100000"/>
              </a:lnSpc>
              <a:tabLst>
                <a:tab algn="l" pos="0"/>
              </a:tabLst>
            </a:pPr>
            <a:r>
              <a:rPr b="0" i="1" lang="en-US" sz="1220" strike="noStrike" u="none">
                <a:solidFill>
                  <a:srgbClr val="061f61"/>
                </a:solidFill>
                <a:effectLst/>
                <a:uFillTx/>
                <a:latin typeface="Arial"/>
                <a:ea typeface="Arial"/>
              </a:rPr>
              <a:t>and clinical systems</a:t>
            </a:r>
            <a:endParaRPr b="0" lang="en-US" sz="1220" strike="noStrike" u="none">
              <a:solidFill>
                <a:srgbClr val="000000"/>
              </a:solidFill>
              <a:effectLst/>
              <a:uFillTx/>
              <a:latin typeface="Arial"/>
            </a:endParaRPr>
          </a:p>
        </p:txBody>
      </p:sp>
      <p:sp>
        <p:nvSpPr>
          <p:cNvPr id="110" name="Shape 9"/>
          <p:cNvSpPr/>
          <p:nvPr/>
        </p:nvSpPr>
        <p:spPr>
          <a:xfrm>
            <a:off x="2637360" y="1740240"/>
            <a:ext cx="2004480" cy="360"/>
          </a:xfrm>
          <a:prstGeom prst="line">
            <a:avLst/>
          </a:prstGeom>
          <a:ln w="1016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1" name="Shape 10"/>
          <p:cNvSpPr/>
          <p:nvPr/>
        </p:nvSpPr>
        <p:spPr>
          <a:xfrm>
            <a:off x="2794320" y="1925280"/>
            <a:ext cx="323280" cy="375840"/>
          </a:xfrm>
          <a:prstGeom prst="roundRect">
            <a:avLst>
              <a:gd name="adj" fmla="val 20222"/>
            </a:avLst>
          </a:prstGeom>
          <a:solidFill>
            <a:srgbClr val="ffffff"/>
          </a:solidFill>
          <a:ln w="1524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2" name="Shape 11"/>
          <p:cNvSpPr/>
          <p:nvPr/>
        </p:nvSpPr>
        <p:spPr>
          <a:xfrm>
            <a:off x="2899800" y="1887480"/>
            <a:ext cx="105120" cy="75240"/>
          </a:xfrm>
          <a:prstGeom prst="roundRect">
            <a:avLst>
              <a:gd name="adj" fmla="val 32609"/>
            </a:avLst>
          </a:prstGeom>
          <a:solidFill>
            <a:srgbClr val="061f61"/>
          </a:solidFill>
          <a:ln w="12700">
            <a:solidFill>
              <a:srgbClr val="061f61"/>
            </a:solidFill>
            <a:round/>
          </a:ln>
        </p:spPr>
        <p:style>
          <a:lnRef idx="0"/>
          <a:fillRef idx="0"/>
          <a:effectRef idx="0"/>
          <a:fontRef idx="minor"/>
        </p:style>
        <p:txBody>
          <a:bodyPr lIns="90000" rIns="90000" tIns="15840" bIns="15840" anchor="t">
            <a:noAutofit/>
          </a:bodyPr>
          <a:p>
            <a:endParaRPr b="0" lang="en-US" sz="1800" strike="noStrike" u="none">
              <a:solidFill>
                <a:srgbClr val="ffffff"/>
              </a:solidFill>
              <a:effectLst/>
              <a:uFillTx/>
              <a:latin typeface="Arial"/>
            </a:endParaRPr>
          </a:p>
        </p:txBody>
      </p:sp>
      <p:sp>
        <p:nvSpPr>
          <p:cNvPr id="113" name="Shape 12"/>
          <p:cNvSpPr/>
          <p:nvPr/>
        </p:nvSpPr>
        <p:spPr>
          <a:xfrm>
            <a:off x="2937240" y="1865160"/>
            <a:ext cx="45000" cy="44640"/>
          </a:xfrm>
          <a:prstGeom prst="ellipse">
            <a:avLst/>
          </a:prstGeom>
          <a:solidFill>
            <a:srgbClr val="ffffff"/>
          </a:solidFill>
          <a:ln w="12700">
            <a:solidFill>
              <a:srgbClr val="061f61"/>
            </a:solidFill>
            <a:round/>
          </a:ln>
        </p:spPr>
        <p:style>
          <a:lnRef idx="0"/>
          <a:fillRef idx="0"/>
          <a:effectRef idx="0"/>
          <a:fontRef idx="minor"/>
        </p:style>
        <p:txBody>
          <a:bodyPr lIns="90000" rIns="90000" tIns="-13320" bIns="-13320" anchor="t">
            <a:noAutofit/>
          </a:bodyPr>
          <a:p>
            <a:endParaRPr b="0" lang="en-US" sz="1800" strike="noStrike" u="none">
              <a:solidFill>
                <a:srgbClr val="000000"/>
              </a:solidFill>
              <a:effectLst/>
              <a:uFillTx/>
              <a:latin typeface="Arial"/>
            </a:endParaRPr>
          </a:p>
        </p:txBody>
      </p:sp>
      <p:sp>
        <p:nvSpPr>
          <p:cNvPr id="114" name="Shape 13"/>
          <p:cNvSpPr/>
          <p:nvPr/>
        </p:nvSpPr>
        <p:spPr>
          <a:xfrm>
            <a:off x="2884320" y="2053080"/>
            <a:ext cx="97920" cy="97560"/>
          </a:xfrm>
          <a:prstGeom prst="ellipse">
            <a:avLst/>
          </a:prstGeom>
          <a:solidFill>
            <a:srgbClr val="0f8d95"/>
          </a:solidFill>
          <a:ln w="12700">
            <a:solidFill>
              <a:srgbClr val="0f8d95"/>
            </a:solidFill>
            <a:round/>
          </a:ln>
        </p:spPr>
        <p:style>
          <a:lnRef idx="0"/>
          <a:fillRef idx="0"/>
          <a:effectRef idx="0"/>
          <a:fontRef idx="minor"/>
        </p:style>
        <p:txBody>
          <a:bodyPr lIns="90000" rIns="90000" tIns="24480" bIns="24480" anchor="t">
            <a:noAutofit/>
          </a:bodyPr>
          <a:p>
            <a:endParaRPr b="0" lang="en-US" sz="1800" strike="noStrike" u="none">
              <a:solidFill>
                <a:srgbClr val="ffffff"/>
              </a:solidFill>
              <a:effectLst/>
              <a:uFillTx/>
              <a:latin typeface="Arial"/>
            </a:endParaRPr>
          </a:p>
        </p:txBody>
      </p:sp>
      <p:sp>
        <p:nvSpPr>
          <p:cNvPr id="115" name="Shape 7"/>
          <p:cNvSpPr/>
          <p:nvPr/>
        </p:nvSpPr>
        <p:spPr>
          <a:xfrm>
            <a:off x="2847240" y="2144160"/>
            <a:ext cx="172080" cy="119880"/>
          </a:xfrm>
          <a:prstGeom prst="arc">
            <a:avLst>
              <a:gd name="adj1" fmla="val 16200000"/>
              <a:gd name="adj2" fmla="val 0"/>
            </a:avLst>
          </a:prstGeom>
          <a:noFill/>
          <a:ln w="50800">
            <a:solidFill>
              <a:srgbClr val="0f8d95"/>
            </a:solidFill>
            <a:round/>
          </a:ln>
        </p:spPr>
        <p:style>
          <a:lnRef idx="0"/>
          <a:fillRef idx="0"/>
          <a:effectRef idx="0"/>
          <a:fontRef idx="minor"/>
        </p:style>
        <p:txBody>
          <a:bodyPr lIns="90000" rIns="90000" tIns="15120" bIns="15120" anchor="t">
            <a:noAutofit/>
          </a:bodyPr>
          <a:p>
            <a:endParaRPr b="0" lang="en-US" sz="1800" strike="noStrike" u="none">
              <a:solidFill>
                <a:srgbClr val="000000"/>
              </a:solidFill>
              <a:effectLst/>
              <a:uFillTx/>
              <a:latin typeface="Arial"/>
            </a:endParaRPr>
          </a:p>
        </p:txBody>
      </p:sp>
      <p:sp>
        <p:nvSpPr>
          <p:cNvPr id="116" name="Shape 15"/>
          <p:cNvSpPr/>
          <p:nvPr/>
        </p:nvSpPr>
        <p:spPr>
          <a:xfrm>
            <a:off x="3020040" y="2068200"/>
            <a:ext cx="75240" cy="360"/>
          </a:xfrm>
          <a:prstGeom prst="line">
            <a:avLst/>
          </a:prstGeom>
          <a:ln w="1905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7" name="Shape 16"/>
          <p:cNvSpPr/>
          <p:nvPr/>
        </p:nvSpPr>
        <p:spPr>
          <a:xfrm>
            <a:off x="3020040" y="2143440"/>
            <a:ext cx="75240" cy="360"/>
          </a:xfrm>
          <a:prstGeom prst="line">
            <a:avLst/>
          </a:prstGeom>
          <a:ln w="1905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8" name="Shape 17"/>
          <p:cNvSpPr/>
          <p:nvPr/>
        </p:nvSpPr>
        <p:spPr>
          <a:xfrm>
            <a:off x="3406320" y="2010240"/>
            <a:ext cx="57240" cy="57240"/>
          </a:xfrm>
          <a:prstGeom prst="ellipse">
            <a:avLst/>
          </a:prstGeom>
          <a:solidFill>
            <a:srgbClr val="061f61"/>
          </a:solidFill>
          <a:ln w="12700">
            <a:solidFill>
              <a:srgbClr val="061f61"/>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119" name="Text 42"/>
          <p:cNvSpPr/>
          <p:nvPr/>
        </p:nvSpPr>
        <p:spPr>
          <a:xfrm>
            <a:off x="3585960" y="1944720"/>
            <a:ext cx="1063800" cy="27000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patient data</a:t>
            </a:r>
            <a:endParaRPr b="0" lang="en-US" sz="1170" strike="noStrike" u="none">
              <a:solidFill>
                <a:srgbClr val="000000"/>
              </a:solidFill>
              <a:effectLst/>
              <a:uFillTx/>
              <a:latin typeface="Arial"/>
            </a:endParaRPr>
          </a:p>
        </p:txBody>
      </p:sp>
      <p:sp>
        <p:nvSpPr>
          <p:cNvPr id="120" name="Shape 19"/>
          <p:cNvSpPr/>
          <p:nvPr/>
        </p:nvSpPr>
        <p:spPr>
          <a:xfrm>
            <a:off x="2779920" y="2517840"/>
            <a:ext cx="360" cy="18072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1" name="Shape 18"/>
          <p:cNvSpPr/>
          <p:nvPr/>
        </p:nvSpPr>
        <p:spPr>
          <a:xfrm>
            <a:off x="2860560" y="2517840"/>
            <a:ext cx="360" cy="18072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2" name="Shape 23"/>
          <p:cNvSpPr/>
          <p:nvPr/>
        </p:nvSpPr>
        <p:spPr>
          <a:xfrm>
            <a:off x="2753280" y="2517840"/>
            <a:ext cx="134280" cy="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3" name="Shape 24"/>
          <p:cNvSpPr/>
          <p:nvPr/>
        </p:nvSpPr>
        <p:spPr>
          <a:xfrm rot="10800000">
            <a:off x="2700000" y="2699280"/>
            <a:ext cx="241200" cy="214200"/>
          </a:xfrm>
          <a:prstGeom prst="trapezoid">
            <a:avLst>
              <a:gd name="adj" fmla="val 25000"/>
            </a:avLst>
          </a:prstGeom>
          <a:solidFill>
            <a:srgbClr val="ffffff"/>
          </a:solidFill>
          <a:ln w="1524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4" name="Shape 25"/>
          <p:cNvSpPr/>
          <p:nvPr/>
        </p:nvSpPr>
        <p:spPr>
          <a:xfrm rot="10800000">
            <a:off x="2727360" y="2800080"/>
            <a:ext cx="187200" cy="93600"/>
          </a:xfrm>
          <a:prstGeom prst="trapezoid">
            <a:avLst>
              <a:gd name="adj" fmla="val 25000"/>
            </a:avLst>
          </a:prstGeom>
          <a:solidFill>
            <a:srgbClr val="0f8d95"/>
          </a:solidFill>
          <a:ln w="12700">
            <a:solidFill>
              <a:srgbClr val="0f8d95"/>
            </a:solidFill>
            <a:round/>
          </a:ln>
        </p:spPr>
        <p:style>
          <a:lnRef idx="0"/>
          <a:fillRef idx="0"/>
          <a:effectRef idx="0"/>
          <a:fontRef idx="minor"/>
        </p:style>
        <p:txBody>
          <a:bodyPr lIns="90000" rIns="90000" tIns="41400" bIns="41400" anchor="t">
            <a:noAutofit/>
          </a:bodyPr>
          <a:p>
            <a:endParaRPr b="0" lang="en-US" sz="1800" strike="noStrike" u="none">
              <a:solidFill>
                <a:srgbClr val="ffffff"/>
              </a:solidFill>
              <a:effectLst/>
              <a:uFillTx/>
              <a:latin typeface="Arial"/>
            </a:endParaRPr>
          </a:p>
        </p:txBody>
      </p:sp>
      <p:sp>
        <p:nvSpPr>
          <p:cNvPr id="125" name="Shape 26"/>
          <p:cNvSpPr/>
          <p:nvPr/>
        </p:nvSpPr>
        <p:spPr>
          <a:xfrm>
            <a:off x="2994480" y="2531520"/>
            <a:ext cx="295200" cy="254160"/>
          </a:xfrm>
          <a:prstGeom prst="roundRect">
            <a:avLst>
              <a:gd name="adj" fmla="val 25674"/>
            </a:avLst>
          </a:prstGeom>
          <a:solidFill>
            <a:srgbClr val="ffffff"/>
          </a:solidFill>
          <a:ln w="1397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6" name="Shape 29"/>
          <p:cNvSpPr/>
          <p:nvPr/>
        </p:nvSpPr>
        <p:spPr>
          <a:xfrm>
            <a:off x="3142440" y="2786040"/>
            <a:ext cx="0" cy="80640"/>
          </a:xfrm>
          <a:prstGeom prst="line">
            <a:avLst/>
          </a:prstGeom>
          <a:ln w="15240">
            <a:solidFill>
              <a:srgbClr val="061f61"/>
            </a:solidFill>
            <a:round/>
          </a:ln>
        </p:spPr>
        <p:style>
          <a:lnRef idx="0"/>
          <a:fillRef idx="0"/>
          <a:effectRef idx="0"/>
          <a:fontRef idx="minor"/>
        </p:style>
        <p:txBody>
          <a:bodyPr lIns="90000" rIns="90000" tIns="35640" bIns="35640" anchor="t" anchorCtr="1">
            <a:noAutofit/>
          </a:bodyPr>
          <a:p>
            <a:endParaRPr b="0" lang="en-US" sz="1800" strike="noStrike" u="none">
              <a:solidFill>
                <a:srgbClr val="000000"/>
              </a:solidFill>
              <a:effectLst/>
              <a:uFillTx/>
              <a:latin typeface="Arial"/>
            </a:endParaRPr>
          </a:p>
        </p:txBody>
      </p:sp>
      <p:sp>
        <p:nvSpPr>
          <p:cNvPr id="127" name="Shape 32"/>
          <p:cNvSpPr/>
          <p:nvPr/>
        </p:nvSpPr>
        <p:spPr>
          <a:xfrm>
            <a:off x="3061800" y="2866680"/>
            <a:ext cx="160920" cy="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28" name="Shape 35"/>
          <p:cNvSpPr/>
          <p:nvPr/>
        </p:nvSpPr>
        <p:spPr>
          <a:xfrm>
            <a:off x="3055320" y="2605320"/>
            <a:ext cx="86760" cy="120240"/>
          </a:xfrm>
          <a:prstGeom prst="ellipse">
            <a:avLst/>
          </a:prstGeom>
          <a:solidFill>
            <a:srgbClr val="061f61"/>
          </a:solidFill>
          <a:ln w="12700">
            <a:solidFill>
              <a:srgbClr val="061f61"/>
            </a:solidFill>
            <a:round/>
          </a:ln>
        </p:spPr>
        <p:style>
          <a:lnRef idx="0"/>
          <a:fillRef idx="0"/>
          <a:effectRef idx="0"/>
          <a:fontRef idx="minor"/>
        </p:style>
        <p:txBody>
          <a:bodyPr lIns="90000" rIns="90000" tIns="39960" bIns="39960" anchor="t">
            <a:noAutofit/>
          </a:bodyPr>
          <a:p>
            <a:endParaRPr b="0" lang="en-US" sz="1800" strike="noStrike" u="none">
              <a:solidFill>
                <a:srgbClr val="ffffff"/>
              </a:solidFill>
              <a:effectLst/>
              <a:uFillTx/>
              <a:latin typeface="Arial"/>
            </a:endParaRPr>
          </a:p>
        </p:txBody>
      </p:sp>
      <p:sp>
        <p:nvSpPr>
          <p:cNvPr id="129" name="Shape 38"/>
          <p:cNvSpPr/>
          <p:nvPr/>
        </p:nvSpPr>
        <p:spPr>
          <a:xfrm>
            <a:off x="3149280" y="2605320"/>
            <a:ext cx="87120" cy="120240"/>
          </a:xfrm>
          <a:prstGeom prst="ellipse">
            <a:avLst/>
          </a:prstGeom>
          <a:solidFill>
            <a:srgbClr val="061f61"/>
          </a:solidFill>
          <a:ln w="12700">
            <a:solidFill>
              <a:srgbClr val="061f61"/>
            </a:solidFill>
            <a:round/>
          </a:ln>
        </p:spPr>
        <p:style>
          <a:lnRef idx="0"/>
          <a:fillRef idx="0"/>
          <a:effectRef idx="0"/>
          <a:fontRef idx="minor"/>
        </p:style>
        <p:txBody>
          <a:bodyPr lIns="90000" rIns="90000" tIns="39960" bIns="39960" anchor="t">
            <a:noAutofit/>
          </a:bodyPr>
          <a:p>
            <a:endParaRPr b="0" lang="en-US" sz="1800" strike="noStrike" u="none">
              <a:solidFill>
                <a:srgbClr val="ffffff"/>
              </a:solidFill>
              <a:effectLst/>
              <a:uFillTx/>
              <a:latin typeface="Arial"/>
            </a:endParaRPr>
          </a:p>
        </p:txBody>
      </p:sp>
      <p:sp>
        <p:nvSpPr>
          <p:cNvPr id="130" name="Shape 41"/>
          <p:cNvSpPr/>
          <p:nvPr/>
        </p:nvSpPr>
        <p:spPr>
          <a:xfrm>
            <a:off x="3142440" y="2571120"/>
            <a:ext cx="0" cy="147960"/>
          </a:xfrm>
          <a:prstGeom prst="line">
            <a:avLst/>
          </a:prstGeom>
          <a:ln w="1524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31" name="Shape 42"/>
          <p:cNvSpPr/>
          <p:nvPr/>
        </p:nvSpPr>
        <p:spPr>
          <a:xfrm>
            <a:off x="3406320" y="259956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32" name="Text 43"/>
          <p:cNvSpPr/>
          <p:nvPr/>
        </p:nvSpPr>
        <p:spPr>
          <a:xfrm>
            <a:off x="3585960" y="2534040"/>
            <a:ext cx="1128960" cy="4255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lab and imaging</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results</a:t>
            </a:r>
            <a:endParaRPr b="0" lang="en-US" sz="1170" strike="noStrike" u="none">
              <a:solidFill>
                <a:srgbClr val="000000"/>
              </a:solidFill>
              <a:effectLst/>
              <a:uFillTx/>
              <a:latin typeface="Arial"/>
            </a:endParaRPr>
          </a:p>
        </p:txBody>
      </p:sp>
      <p:sp>
        <p:nvSpPr>
          <p:cNvPr id="133" name="Shape 43"/>
          <p:cNvSpPr/>
          <p:nvPr/>
        </p:nvSpPr>
        <p:spPr>
          <a:xfrm>
            <a:off x="2746800" y="3384720"/>
            <a:ext cx="476280" cy="36864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4" name="Shape 44"/>
          <p:cNvSpPr/>
          <p:nvPr/>
        </p:nvSpPr>
        <p:spPr>
          <a:xfrm>
            <a:off x="2900520" y="3269520"/>
            <a:ext cx="192240" cy="19188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5" name="Text 44"/>
          <p:cNvSpPr/>
          <p:nvPr/>
        </p:nvSpPr>
        <p:spPr>
          <a:xfrm>
            <a:off x="2931120" y="3300120"/>
            <a:ext cx="130680" cy="130320"/>
          </a:xfrm>
          <a:prstGeom prst="rect">
            <a:avLst/>
          </a:prstGeom>
          <a:noFill/>
          <a:ln w="0">
            <a:noFill/>
          </a:ln>
        </p:spPr>
        <p:style>
          <a:lnRef idx="0"/>
          <a:fillRef idx="0"/>
          <a:effectRef idx="0"/>
          <a:fontRef idx="minor"/>
        </p:style>
        <p:txBody>
          <a:bodyPr lIns="360" rIns="360" tIns="360" bIns="360" anchor="ctr">
            <a:normAutofit fontScale="62500" lnSpcReduction="19999"/>
          </a:bodyPr>
          <a:p>
            <a:pPr algn="ctr" defTabSz="914400">
              <a:lnSpc>
                <a:spcPct val="100000"/>
              </a:lnSpc>
              <a:tabLst>
                <a:tab algn="l" pos="0"/>
              </a:tabLst>
            </a:pPr>
            <a:r>
              <a:rPr b="1" lang="en-US" sz="1600" strike="noStrike" u="none">
                <a:solidFill>
                  <a:srgbClr val="ffffff"/>
                </a:solidFill>
                <a:effectLst/>
                <a:uFillTx/>
                <a:latin typeface="Arial"/>
                <a:ea typeface="Arial"/>
              </a:rPr>
              <a:t>+</a:t>
            </a:r>
            <a:endParaRPr b="0" lang="en-US" sz="1600" strike="noStrike" u="none">
              <a:solidFill>
                <a:srgbClr val="000000"/>
              </a:solidFill>
              <a:effectLst/>
              <a:uFillTx/>
              <a:latin typeface="Arial"/>
            </a:endParaRPr>
          </a:p>
        </p:txBody>
      </p:sp>
      <p:sp>
        <p:nvSpPr>
          <p:cNvPr id="136" name="Shape 45"/>
          <p:cNvSpPr/>
          <p:nvPr/>
        </p:nvSpPr>
        <p:spPr>
          <a:xfrm>
            <a:off x="2808360" y="350784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7" name="Shape 46"/>
          <p:cNvSpPr/>
          <p:nvPr/>
        </p:nvSpPr>
        <p:spPr>
          <a:xfrm>
            <a:off x="2808360" y="363852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8" name="Shape 47"/>
          <p:cNvSpPr/>
          <p:nvPr/>
        </p:nvSpPr>
        <p:spPr>
          <a:xfrm>
            <a:off x="3085200" y="350784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39" name="Shape 48"/>
          <p:cNvSpPr/>
          <p:nvPr/>
        </p:nvSpPr>
        <p:spPr>
          <a:xfrm>
            <a:off x="3085200" y="3638520"/>
            <a:ext cx="61200" cy="61200"/>
          </a:xfrm>
          <a:prstGeom prst="rect">
            <a:avLst/>
          </a:prstGeom>
          <a:solidFill>
            <a:srgbClr val="ffffff"/>
          </a:solidFill>
          <a:ln w="12700">
            <a:solidFill>
              <a:srgbClr val="ffffff"/>
            </a:solidFill>
            <a:round/>
          </a:ln>
        </p:spPr>
        <p:style>
          <a:lnRef idx="0"/>
          <a:fillRef idx="0"/>
          <a:effectRef idx="0"/>
          <a:fontRef idx="minor"/>
        </p:style>
        <p:txBody>
          <a:bodyPr lIns="90000" rIns="90000" tIns="16560" bIns="16560" anchor="t">
            <a:noAutofit/>
          </a:bodyPr>
          <a:p>
            <a:endParaRPr b="0" lang="en-US" sz="1800" strike="noStrike" u="none">
              <a:solidFill>
                <a:srgbClr val="000000"/>
              </a:solidFill>
              <a:effectLst/>
              <a:uFillTx/>
              <a:latin typeface="Arial"/>
            </a:endParaRPr>
          </a:p>
        </p:txBody>
      </p:sp>
      <p:sp>
        <p:nvSpPr>
          <p:cNvPr id="140" name="Shape 50"/>
          <p:cNvSpPr/>
          <p:nvPr/>
        </p:nvSpPr>
        <p:spPr>
          <a:xfrm>
            <a:off x="2969640" y="3630960"/>
            <a:ext cx="84960" cy="122400"/>
          </a:xfrm>
          <a:prstGeom prst="rect">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1" name="Shape 51"/>
          <p:cNvSpPr/>
          <p:nvPr/>
        </p:nvSpPr>
        <p:spPr>
          <a:xfrm>
            <a:off x="2707920" y="3754080"/>
            <a:ext cx="561600" cy="360"/>
          </a:xfrm>
          <a:prstGeom prst="line">
            <a:avLst/>
          </a:prstGeom>
          <a:ln w="1778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2" name="Shape 53"/>
          <p:cNvSpPr/>
          <p:nvPr/>
        </p:nvSpPr>
        <p:spPr>
          <a:xfrm>
            <a:off x="3406320" y="345060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43" name="Text 45"/>
          <p:cNvSpPr/>
          <p:nvPr/>
        </p:nvSpPr>
        <p:spPr>
          <a:xfrm>
            <a:off x="3585960" y="3385080"/>
            <a:ext cx="1194120" cy="26964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170" strike="noStrike" u="none">
                <a:solidFill>
                  <a:srgbClr val="111111"/>
                </a:solidFill>
                <a:effectLst/>
                <a:uFillTx/>
                <a:latin typeface="Arial"/>
                <a:ea typeface="Arial"/>
              </a:rPr>
              <a:t>hospital resources</a:t>
            </a:r>
            <a:endParaRPr b="0" lang="en-US" sz="1170" strike="noStrike" u="none">
              <a:solidFill>
                <a:srgbClr val="000000"/>
              </a:solidFill>
              <a:effectLst/>
              <a:uFillTx/>
              <a:latin typeface="Arial"/>
            </a:endParaRPr>
          </a:p>
        </p:txBody>
      </p:sp>
      <p:sp>
        <p:nvSpPr>
          <p:cNvPr id="144" name="Shape 56"/>
          <p:cNvSpPr/>
          <p:nvPr/>
        </p:nvSpPr>
        <p:spPr>
          <a:xfrm>
            <a:off x="2731680" y="3939120"/>
            <a:ext cx="315360" cy="31536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5" name="Shape 59"/>
          <p:cNvSpPr/>
          <p:nvPr/>
        </p:nvSpPr>
        <p:spPr>
          <a:xfrm>
            <a:off x="2978640" y="4199760"/>
            <a:ext cx="178920" cy="178920"/>
          </a:xfrm>
          <a:prstGeom prst="line">
            <a:avLst/>
          </a:prstGeom>
          <a:ln w="341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46" name="Shape 60"/>
          <p:cNvSpPr/>
          <p:nvPr/>
        </p:nvSpPr>
        <p:spPr>
          <a:xfrm>
            <a:off x="2814480" y="4137840"/>
            <a:ext cx="33840" cy="61920"/>
          </a:xfrm>
          <a:prstGeom prst="rect">
            <a:avLst/>
          </a:prstGeom>
          <a:solidFill>
            <a:srgbClr val="0f8d95"/>
          </a:solidFill>
          <a:ln w="12700">
            <a:solidFill>
              <a:srgbClr val="0f8d95"/>
            </a:solidFill>
            <a:round/>
          </a:ln>
        </p:spPr>
        <p:style>
          <a:lnRef idx="0"/>
          <a:fillRef idx="0"/>
          <a:effectRef idx="0"/>
          <a:fontRef idx="minor"/>
        </p:style>
        <p:txBody>
          <a:bodyPr lIns="90000" rIns="90000" tIns="17280" bIns="17280" anchor="t">
            <a:noAutofit/>
          </a:bodyPr>
          <a:p>
            <a:endParaRPr b="0" lang="en-US" sz="1800" strike="noStrike" u="none">
              <a:solidFill>
                <a:srgbClr val="ffffff"/>
              </a:solidFill>
              <a:effectLst/>
              <a:uFillTx/>
              <a:latin typeface="Arial"/>
            </a:endParaRPr>
          </a:p>
        </p:txBody>
      </p:sp>
      <p:sp>
        <p:nvSpPr>
          <p:cNvPr id="147" name="Shape 61"/>
          <p:cNvSpPr/>
          <p:nvPr/>
        </p:nvSpPr>
        <p:spPr>
          <a:xfrm>
            <a:off x="2882520" y="4083120"/>
            <a:ext cx="33840" cy="11700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8" name="Shape 62"/>
          <p:cNvSpPr/>
          <p:nvPr/>
        </p:nvSpPr>
        <p:spPr>
          <a:xfrm>
            <a:off x="2951280" y="4021560"/>
            <a:ext cx="34200" cy="17856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9" name="Shape 63"/>
          <p:cNvSpPr/>
          <p:nvPr/>
        </p:nvSpPr>
        <p:spPr>
          <a:xfrm>
            <a:off x="3406320" y="4121640"/>
            <a:ext cx="57240" cy="56880"/>
          </a:xfrm>
          <a:prstGeom prst="ellipse">
            <a:avLst/>
          </a:prstGeom>
          <a:solidFill>
            <a:srgbClr val="061f61"/>
          </a:solidFill>
          <a:ln w="12700">
            <a:solidFill>
              <a:srgbClr val="061f61"/>
            </a:solidFill>
            <a:round/>
          </a:ln>
        </p:spPr>
        <p:style>
          <a:lnRef idx="0"/>
          <a:fillRef idx="0"/>
          <a:effectRef idx="0"/>
          <a:fontRef idx="minor"/>
        </p:style>
        <p:txBody>
          <a:bodyPr lIns="90000" rIns="90000" tIns="-4680" bIns="-4680" anchor="t">
            <a:noAutofit/>
          </a:bodyPr>
          <a:p>
            <a:endParaRPr b="0" lang="en-US" sz="1800" strike="noStrike" u="none">
              <a:solidFill>
                <a:srgbClr val="ffffff"/>
              </a:solidFill>
              <a:effectLst/>
              <a:uFillTx/>
              <a:latin typeface="Arial"/>
            </a:endParaRPr>
          </a:p>
        </p:txBody>
      </p:sp>
      <p:sp>
        <p:nvSpPr>
          <p:cNvPr id="150" name="Text 49"/>
          <p:cNvSpPr/>
          <p:nvPr/>
        </p:nvSpPr>
        <p:spPr>
          <a:xfrm>
            <a:off x="3585960" y="4055760"/>
            <a:ext cx="1145520" cy="269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disease patterns</a:t>
            </a:r>
            <a:endParaRPr b="0" lang="en-US" sz="1170" strike="noStrike" u="none">
              <a:solidFill>
                <a:srgbClr val="000000"/>
              </a:solidFill>
              <a:effectLst/>
              <a:uFillTx/>
              <a:latin typeface="Arial"/>
            </a:endParaRPr>
          </a:p>
        </p:txBody>
      </p:sp>
      <p:sp>
        <p:nvSpPr>
          <p:cNvPr id="151" name="Shape 64"/>
          <p:cNvSpPr/>
          <p:nvPr/>
        </p:nvSpPr>
        <p:spPr>
          <a:xfrm>
            <a:off x="2702520" y="4416120"/>
            <a:ext cx="441000" cy="394920"/>
          </a:xfrm>
          <a:prstGeom prst="hear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2" name="Shape 65"/>
          <p:cNvSpPr/>
          <p:nvPr/>
        </p:nvSpPr>
        <p:spPr>
          <a:xfrm>
            <a:off x="2740680" y="4628880"/>
            <a:ext cx="129240" cy="360"/>
          </a:xfrm>
          <a:prstGeom prst="line">
            <a:avLst/>
          </a:prstGeom>
          <a:ln w="21260">
            <a:solidFill>
              <a:srgbClr val="ffffff"/>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53" name="Shape 66"/>
          <p:cNvSpPr/>
          <p:nvPr/>
        </p:nvSpPr>
        <p:spPr>
          <a:xfrm flipV="1">
            <a:off x="2869920" y="4568040"/>
            <a:ext cx="53280" cy="60840"/>
          </a:xfrm>
          <a:prstGeom prst="line">
            <a:avLst/>
          </a:prstGeom>
          <a:ln w="21260">
            <a:solidFill>
              <a:srgbClr val="ffffff"/>
            </a:solidFill>
            <a:round/>
          </a:ln>
        </p:spPr>
        <p:style>
          <a:lnRef idx="0"/>
          <a:fillRef idx="0"/>
          <a:effectRef idx="0"/>
          <a:fontRef idx="minor"/>
        </p:style>
        <p:txBody>
          <a:bodyPr lIns="90000" rIns="90000" tIns="15840" bIns="15840" anchor="t" anchorCtr="1">
            <a:noAutofit/>
          </a:bodyPr>
          <a:p>
            <a:endParaRPr b="0" lang="en-US" sz="1800" strike="noStrike" u="none">
              <a:solidFill>
                <a:srgbClr val="000000"/>
              </a:solidFill>
              <a:effectLst/>
              <a:uFillTx/>
              <a:latin typeface="Arial"/>
            </a:endParaRPr>
          </a:p>
        </p:txBody>
      </p:sp>
      <p:sp>
        <p:nvSpPr>
          <p:cNvPr id="154" name="Shape 67"/>
          <p:cNvSpPr/>
          <p:nvPr/>
        </p:nvSpPr>
        <p:spPr>
          <a:xfrm>
            <a:off x="2923200" y="4568040"/>
            <a:ext cx="45360" cy="136800"/>
          </a:xfrm>
          <a:prstGeom prst="line">
            <a:avLst/>
          </a:prstGeom>
          <a:ln w="2126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55" name="Shape 68"/>
          <p:cNvSpPr/>
          <p:nvPr/>
        </p:nvSpPr>
        <p:spPr>
          <a:xfrm flipV="1">
            <a:off x="2968560" y="4628880"/>
            <a:ext cx="60840" cy="75960"/>
          </a:xfrm>
          <a:prstGeom prst="line">
            <a:avLst/>
          </a:prstGeom>
          <a:ln w="21260">
            <a:solidFill>
              <a:srgbClr val="ffffff"/>
            </a:solidFill>
            <a:round/>
          </a:ln>
        </p:spPr>
        <p:style>
          <a:lnRef idx="0"/>
          <a:fillRef idx="0"/>
          <a:effectRef idx="0"/>
          <a:fontRef idx="minor"/>
        </p:style>
        <p:txBody>
          <a:bodyPr lIns="90000" rIns="90000" tIns="30960" bIns="30960" anchor="t" anchorCtr="1">
            <a:noAutofit/>
          </a:bodyPr>
          <a:p>
            <a:endParaRPr b="0" lang="en-US" sz="1800" strike="noStrike" u="none">
              <a:solidFill>
                <a:srgbClr val="000000"/>
              </a:solidFill>
              <a:effectLst/>
              <a:uFillTx/>
              <a:latin typeface="Arial"/>
            </a:endParaRPr>
          </a:p>
        </p:txBody>
      </p:sp>
      <p:sp>
        <p:nvSpPr>
          <p:cNvPr id="156" name="Shape 69"/>
          <p:cNvSpPr/>
          <p:nvPr/>
        </p:nvSpPr>
        <p:spPr>
          <a:xfrm>
            <a:off x="3029400" y="4628880"/>
            <a:ext cx="99360" cy="360"/>
          </a:xfrm>
          <a:prstGeom prst="line">
            <a:avLst/>
          </a:prstGeom>
          <a:ln w="21260">
            <a:solidFill>
              <a:srgbClr val="ffffff"/>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57" name="Shape 70"/>
          <p:cNvSpPr/>
          <p:nvPr/>
        </p:nvSpPr>
        <p:spPr>
          <a:xfrm>
            <a:off x="3406320" y="4514040"/>
            <a:ext cx="57240" cy="57240"/>
          </a:xfrm>
          <a:prstGeom prst="ellipse">
            <a:avLst/>
          </a:prstGeom>
          <a:solidFill>
            <a:srgbClr val="061f61"/>
          </a:solidFill>
          <a:ln w="12700">
            <a:solidFill>
              <a:srgbClr val="061f61"/>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158" name="Text 57"/>
          <p:cNvSpPr/>
          <p:nvPr/>
        </p:nvSpPr>
        <p:spPr>
          <a:xfrm>
            <a:off x="3585960" y="4448880"/>
            <a:ext cx="1161720" cy="26964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lang="en-US" sz="1170" strike="noStrike" u="none">
                <a:solidFill>
                  <a:srgbClr val="111111"/>
                </a:solidFill>
                <a:effectLst/>
                <a:uFillTx/>
                <a:latin typeface="Arial"/>
                <a:ea typeface="Arial"/>
              </a:rPr>
              <a:t>treatment outcomes</a:t>
            </a:r>
            <a:endParaRPr b="0" lang="en-US" sz="1170" strike="noStrike" u="none">
              <a:solidFill>
                <a:srgbClr val="000000"/>
              </a:solidFill>
              <a:effectLst/>
              <a:uFillTx/>
              <a:latin typeface="Arial"/>
            </a:endParaRPr>
          </a:p>
        </p:txBody>
      </p:sp>
      <p:sp>
        <p:nvSpPr>
          <p:cNvPr id="159" name="Text 58"/>
          <p:cNvSpPr/>
          <p:nvPr/>
        </p:nvSpPr>
        <p:spPr>
          <a:xfrm>
            <a:off x="5443200" y="1037160"/>
            <a:ext cx="196380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61f61"/>
                </a:solidFill>
                <a:effectLst/>
                <a:uFillTx/>
                <a:latin typeface="Arial"/>
                <a:ea typeface="Arial"/>
              </a:rPr>
              <a:t>Mathematical Modeling</a:t>
            </a:r>
            <a:endParaRPr b="0" lang="en-US" sz="1700" strike="noStrike" u="none">
              <a:solidFill>
                <a:srgbClr val="000000"/>
              </a:solidFill>
              <a:effectLst/>
              <a:uFillTx/>
              <a:latin typeface="Arial"/>
            </a:endParaRPr>
          </a:p>
        </p:txBody>
      </p:sp>
      <p:sp>
        <p:nvSpPr>
          <p:cNvPr id="160" name="Text 59"/>
          <p:cNvSpPr/>
          <p:nvPr/>
        </p:nvSpPr>
        <p:spPr>
          <a:xfrm>
            <a:off x="5467680" y="1274400"/>
            <a:ext cx="1923120" cy="34272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0" i="1" lang="en-US" sz="1160" strike="noStrike" u="none">
                <a:solidFill>
                  <a:srgbClr val="061f61"/>
                </a:solidFill>
                <a:effectLst/>
                <a:uFillTx/>
                <a:latin typeface="Arial"/>
                <a:ea typeface="Arial"/>
              </a:rPr>
              <a:t>Turns healthcare information into</a:t>
            </a:r>
            <a:endParaRPr b="0" lang="en-US" sz="1160" strike="noStrike" u="none">
              <a:solidFill>
                <a:srgbClr val="000000"/>
              </a:solidFill>
              <a:effectLst/>
              <a:uFillTx/>
              <a:latin typeface="Arial"/>
            </a:endParaRPr>
          </a:p>
          <a:p>
            <a:pPr algn="ctr" defTabSz="914400">
              <a:lnSpc>
                <a:spcPct val="100000"/>
              </a:lnSpc>
              <a:tabLst>
                <a:tab algn="l" pos="0"/>
              </a:tabLst>
            </a:pPr>
            <a:r>
              <a:rPr b="0" i="1" lang="en-US" sz="1160" strike="noStrike" u="none">
                <a:solidFill>
                  <a:srgbClr val="061f61"/>
                </a:solidFill>
                <a:effectLst/>
                <a:uFillTx/>
                <a:latin typeface="Arial"/>
                <a:ea typeface="Arial"/>
              </a:rPr>
              <a:t>quantitative structure</a:t>
            </a:r>
            <a:endParaRPr b="0" lang="en-US" sz="1160" strike="noStrike" u="none">
              <a:solidFill>
                <a:srgbClr val="000000"/>
              </a:solidFill>
              <a:effectLst/>
              <a:uFillTx/>
              <a:latin typeface="Arial"/>
            </a:endParaRPr>
          </a:p>
        </p:txBody>
      </p:sp>
      <p:sp>
        <p:nvSpPr>
          <p:cNvPr id="161" name="Shape 71"/>
          <p:cNvSpPr/>
          <p:nvPr/>
        </p:nvSpPr>
        <p:spPr>
          <a:xfrm>
            <a:off x="5280120" y="166680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2" name="Shape 72"/>
          <p:cNvSpPr/>
          <p:nvPr/>
        </p:nvSpPr>
        <p:spPr>
          <a:xfrm>
            <a:off x="5280120" y="219888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3" name="Shape 73"/>
          <p:cNvSpPr/>
          <p:nvPr/>
        </p:nvSpPr>
        <p:spPr>
          <a:xfrm>
            <a:off x="5280120" y="2730600"/>
            <a:ext cx="2249280" cy="47448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4" name="Shape 74"/>
          <p:cNvSpPr/>
          <p:nvPr/>
        </p:nvSpPr>
        <p:spPr>
          <a:xfrm>
            <a:off x="5280120" y="3262320"/>
            <a:ext cx="2249280" cy="474120"/>
          </a:xfrm>
          <a:prstGeom prst="roundRect">
            <a:avLst>
              <a:gd name="adj" fmla="val 13793"/>
            </a:avLst>
          </a:prstGeom>
          <a:solidFill>
            <a:srgbClr val="ffffff"/>
          </a:solidFill>
          <a:ln w="10795">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5" name="Shape 75"/>
          <p:cNvSpPr/>
          <p:nvPr/>
        </p:nvSpPr>
        <p:spPr>
          <a:xfrm rot="5400000">
            <a:off x="5436000" y="1732320"/>
            <a:ext cx="318600" cy="392040"/>
          </a:xfrm>
          <a:prstGeom prst="homePlate">
            <a:avLst>
              <a:gd name="adj" fmla="val 50000"/>
            </a:avLst>
          </a:prstGeom>
          <a:solidFill>
            <a:srgbClr val="007274"/>
          </a:solidFill>
          <a:ln w="1905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6" name="Shape 76"/>
          <p:cNvSpPr/>
          <p:nvPr/>
        </p:nvSpPr>
        <p:spPr>
          <a:xfrm>
            <a:off x="5533560" y="1928520"/>
            <a:ext cx="65160" cy="81720"/>
          </a:xfrm>
          <a:prstGeom prst="line">
            <a:avLst/>
          </a:prstGeom>
          <a:ln w="31750">
            <a:solidFill>
              <a:srgbClr val="ffffff"/>
            </a:solidFill>
            <a:round/>
          </a:ln>
        </p:spPr>
        <p:style>
          <a:lnRef idx="0"/>
          <a:fillRef idx="0"/>
          <a:effectRef idx="0"/>
          <a:fontRef idx="minor"/>
        </p:style>
        <p:txBody>
          <a:bodyPr lIns="90000" rIns="90000" tIns="36720" bIns="36720" anchor="t" anchorCtr="1">
            <a:noAutofit/>
          </a:bodyPr>
          <a:p>
            <a:endParaRPr b="0" lang="en-US" sz="1800" strike="noStrike" u="none">
              <a:solidFill>
                <a:srgbClr val="000000"/>
              </a:solidFill>
              <a:effectLst/>
              <a:uFillTx/>
              <a:latin typeface="Arial"/>
            </a:endParaRPr>
          </a:p>
        </p:txBody>
      </p:sp>
      <p:sp>
        <p:nvSpPr>
          <p:cNvPr id="167" name="Shape 77"/>
          <p:cNvSpPr/>
          <p:nvPr/>
        </p:nvSpPr>
        <p:spPr>
          <a:xfrm flipV="1">
            <a:off x="5598720" y="1846800"/>
            <a:ext cx="98280" cy="163440"/>
          </a:xfrm>
          <a:prstGeom prst="line">
            <a:avLst/>
          </a:prstGeom>
          <a:ln w="3175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68" name="Text 67"/>
          <p:cNvSpPr/>
          <p:nvPr/>
        </p:nvSpPr>
        <p:spPr>
          <a:xfrm>
            <a:off x="5934240" y="1781280"/>
            <a:ext cx="1268280" cy="2044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30" strike="noStrike" u="none">
                <a:solidFill>
                  <a:srgbClr val="111111"/>
                </a:solidFill>
                <a:effectLst/>
                <a:uFillTx/>
                <a:latin typeface="Arial"/>
                <a:ea typeface="Arial"/>
              </a:rPr>
              <a:t>risk estimation</a:t>
            </a:r>
            <a:endParaRPr b="0" lang="en-US" sz="1230" strike="noStrike" u="none">
              <a:solidFill>
                <a:srgbClr val="000000"/>
              </a:solidFill>
              <a:effectLst/>
              <a:uFillTx/>
              <a:latin typeface="Arial"/>
            </a:endParaRPr>
          </a:p>
        </p:txBody>
      </p:sp>
      <p:sp>
        <p:nvSpPr>
          <p:cNvPr id="169" name="Shape 78"/>
          <p:cNvSpPr/>
          <p:nvPr/>
        </p:nvSpPr>
        <p:spPr>
          <a:xfrm>
            <a:off x="5443560" y="2634120"/>
            <a:ext cx="459360" cy="360"/>
          </a:xfrm>
          <a:prstGeom prst="line">
            <a:avLst/>
          </a:prstGeom>
          <a:ln w="127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70" name="Shape 79"/>
          <p:cNvSpPr/>
          <p:nvPr/>
        </p:nvSpPr>
        <p:spPr>
          <a:xfrm flipV="1">
            <a:off x="5443560" y="2316240"/>
            <a:ext cx="360" cy="3178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71" name="Shape 80"/>
          <p:cNvSpPr/>
          <p:nvPr/>
        </p:nvSpPr>
        <p:spPr>
          <a:xfrm flipV="1">
            <a:off x="5496480" y="2484000"/>
            <a:ext cx="88560" cy="88560"/>
          </a:xfrm>
          <a:prstGeom prst="line">
            <a:avLst/>
          </a:prstGeom>
          <a:ln w="19050">
            <a:solidFill>
              <a:srgbClr val="007274"/>
            </a:solidFill>
            <a:round/>
          </a:ln>
        </p:spPr>
        <p:style>
          <a:lnRef idx="0"/>
          <a:fillRef idx="0"/>
          <a:effectRef idx="0"/>
          <a:fontRef idx="minor"/>
        </p:style>
        <p:txBody>
          <a:bodyPr lIns="90000" rIns="90000" tIns="43560" bIns="43560" anchor="t" anchorCtr="1">
            <a:noAutofit/>
          </a:bodyPr>
          <a:p>
            <a:endParaRPr b="0" lang="en-US" sz="1800" strike="noStrike" u="none">
              <a:solidFill>
                <a:srgbClr val="000000"/>
              </a:solidFill>
              <a:effectLst/>
              <a:uFillTx/>
              <a:latin typeface="Arial"/>
            </a:endParaRPr>
          </a:p>
        </p:txBody>
      </p:sp>
      <p:sp>
        <p:nvSpPr>
          <p:cNvPr id="172" name="Shape 81"/>
          <p:cNvSpPr/>
          <p:nvPr/>
        </p:nvSpPr>
        <p:spPr>
          <a:xfrm>
            <a:off x="5585040" y="2484000"/>
            <a:ext cx="96840" cy="26640"/>
          </a:xfrm>
          <a:prstGeom prst="line">
            <a:avLst/>
          </a:prstGeom>
          <a:ln w="19050">
            <a:solidFill>
              <a:srgbClr val="007274"/>
            </a:solidFill>
            <a:round/>
          </a:ln>
        </p:spPr>
        <p:style>
          <a:lnRef idx="0"/>
          <a:fillRef idx="0"/>
          <a:effectRef idx="0"/>
          <a:fontRef idx="minor"/>
        </p:style>
        <p:txBody>
          <a:bodyPr lIns="90000" rIns="90000" tIns="-18360" bIns="-18360" anchor="t" anchorCtr="1">
            <a:noAutofit/>
          </a:bodyPr>
          <a:p>
            <a:endParaRPr b="0" lang="en-US" sz="1800" strike="noStrike" u="none">
              <a:solidFill>
                <a:srgbClr val="000000"/>
              </a:solidFill>
              <a:effectLst/>
              <a:uFillTx/>
              <a:latin typeface="Arial"/>
            </a:endParaRPr>
          </a:p>
        </p:txBody>
      </p:sp>
      <p:sp>
        <p:nvSpPr>
          <p:cNvPr id="173" name="Shape 82"/>
          <p:cNvSpPr/>
          <p:nvPr/>
        </p:nvSpPr>
        <p:spPr>
          <a:xfrm flipV="1">
            <a:off x="5681880" y="2395800"/>
            <a:ext cx="106200" cy="114840"/>
          </a:xfrm>
          <a:prstGeom prst="line">
            <a:avLst/>
          </a:prstGeom>
          <a:ln w="1905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74" name="Shape 83"/>
          <p:cNvSpPr/>
          <p:nvPr/>
        </p:nvSpPr>
        <p:spPr>
          <a:xfrm flipV="1">
            <a:off x="5788080" y="2342880"/>
            <a:ext cx="79200" cy="52920"/>
          </a:xfrm>
          <a:prstGeom prst="line">
            <a:avLst/>
          </a:prstGeom>
          <a:ln w="19050">
            <a:solidFill>
              <a:srgbClr val="007274"/>
            </a:solidFill>
            <a:round/>
          </a:ln>
        </p:spPr>
        <p:style>
          <a:lnRef idx="0"/>
          <a:fillRef idx="0"/>
          <a:effectRef idx="0"/>
          <a:fontRef idx="minor"/>
        </p:style>
        <p:txBody>
          <a:bodyPr lIns="90000" rIns="90000" tIns="7920" bIns="7920" anchor="t" anchorCtr="1">
            <a:noAutofit/>
          </a:bodyPr>
          <a:p>
            <a:endParaRPr b="0" lang="en-US" sz="1800" strike="noStrike" u="none">
              <a:solidFill>
                <a:srgbClr val="000000"/>
              </a:solidFill>
              <a:effectLst/>
              <a:uFillTx/>
              <a:latin typeface="Arial"/>
            </a:endParaRPr>
          </a:p>
        </p:txBody>
      </p:sp>
      <p:sp>
        <p:nvSpPr>
          <p:cNvPr id="175" name="Shape 84"/>
          <p:cNvSpPr/>
          <p:nvPr/>
        </p:nvSpPr>
        <p:spPr>
          <a:xfrm>
            <a:off x="5474520" y="255060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6" name="Shape 85"/>
          <p:cNvSpPr/>
          <p:nvPr/>
        </p:nvSpPr>
        <p:spPr>
          <a:xfrm>
            <a:off x="5562720" y="246204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7" name="Shape 86"/>
          <p:cNvSpPr/>
          <p:nvPr/>
        </p:nvSpPr>
        <p:spPr>
          <a:xfrm>
            <a:off x="5659920" y="2488680"/>
            <a:ext cx="43920" cy="43920"/>
          </a:xfrm>
          <a:prstGeom prst="ellipse">
            <a:avLst/>
          </a:prstGeom>
          <a:solidFill>
            <a:srgbClr val="007274"/>
          </a:solidFill>
          <a:ln w="6350">
            <a:solidFill>
              <a:srgbClr val="061f61"/>
            </a:solidFill>
            <a:round/>
          </a:ln>
        </p:spPr>
        <p:style>
          <a:lnRef idx="0"/>
          <a:fillRef idx="0"/>
          <a:effectRef idx="0"/>
          <a:fontRef idx="minor"/>
        </p:style>
        <p:txBody>
          <a:bodyPr lIns="90000" rIns="90000" tIns="-14040" bIns="-14040" anchor="t">
            <a:noAutofit/>
          </a:bodyPr>
          <a:p>
            <a:endParaRPr b="0" lang="en-US" sz="1800" strike="noStrike" u="none">
              <a:solidFill>
                <a:srgbClr val="ffffff"/>
              </a:solidFill>
              <a:effectLst/>
              <a:uFillTx/>
              <a:latin typeface="Arial"/>
            </a:endParaRPr>
          </a:p>
        </p:txBody>
      </p:sp>
      <p:sp>
        <p:nvSpPr>
          <p:cNvPr id="178" name="Shape 87"/>
          <p:cNvSpPr/>
          <p:nvPr/>
        </p:nvSpPr>
        <p:spPr>
          <a:xfrm>
            <a:off x="5765760" y="2374200"/>
            <a:ext cx="44280" cy="43560"/>
          </a:xfrm>
          <a:prstGeom prst="ellipse">
            <a:avLst/>
          </a:prstGeom>
          <a:solidFill>
            <a:srgbClr val="007274"/>
          </a:solidFill>
          <a:ln w="6350">
            <a:solidFill>
              <a:srgbClr val="061f61"/>
            </a:solidFill>
            <a:round/>
          </a:ln>
        </p:spPr>
        <p:style>
          <a:lnRef idx="0"/>
          <a:fillRef idx="0"/>
          <a:effectRef idx="0"/>
          <a:fontRef idx="minor"/>
        </p:style>
        <p:txBody>
          <a:bodyPr lIns="90000" rIns="90000" tIns="-13680" bIns="-13680" anchor="t">
            <a:noAutofit/>
          </a:bodyPr>
          <a:p>
            <a:endParaRPr b="0" lang="en-US" sz="1800" strike="noStrike" u="none">
              <a:solidFill>
                <a:srgbClr val="ffffff"/>
              </a:solidFill>
              <a:effectLst/>
              <a:uFillTx/>
              <a:latin typeface="Arial"/>
            </a:endParaRPr>
          </a:p>
        </p:txBody>
      </p:sp>
      <p:sp>
        <p:nvSpPr>
          <p:cNvPr id="179" name="Shape 88"/>
          <p:cNvSpPr/>
          <p:nvPr/>
        </p:nvSpPr>
        <p:spPr>
          <a:xfrm>
            <a:off x="5845680" y="2320920"/>
            <a:ext cx="43560" cy="43560"/>
          </a:xfrm>
          <a:prstGeom prst="ellipse">
            <a:avLst/>
          </a:prstGeom>
          <a:solidFill>
            <a:srgbClr val="007274"/>
          </a:solidFill>
          <a:ln w="6350">
            <a:solidFill>
              <a:srgbClr val="061f61"/>
            </a:solidFill>
            <a:round/>
          </a:ln>
        </p:spPr>
        <p:style>
          <a:lnRef idx="0"/>
          <a:fillRef idx="0"/>
          <a:effectRef idx="0"/>
          <a:fontRef idx="minor"/>
        </p:style>
        <p:txBody>
          <a:bodyPr lIns="90000" rIns="90000" tIns="-13680" bIns="-13680" anchor="t">
            <a:noAutofit/>
          </a:bodyPr>
          <a:p>
            <a:endParaRPr b="0" lang="en-US" sz="1800" strike="noStrike" u="none">
              <a:solidFill>
                <a:srgbClr val="ffffff"/>
              </a:solidFill>
              <a:effectLst/>
              <a:uFillTx/>
              <a:latin typeface="Arial"/>
            </a:endParaRPr>
          </a:p>
        </p:txBody>
      </p:sp>
      <p:sp>
        <p:nvSpPr>
          <p:cNvPr id="180" name="Text 79"/>
          <p:cNvSpPr/>
          <p:nvPr/>
        </p:nvSpPr>
        <p:spPr>
          <a:xfrm>
            <a:off x="5934240" y="2313000"/>
            <a:ext cx="1342080" cy="20448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230" strike="noStrike" u="none">
                <a:solidFill>
                  <a:srgbClr val="111111"/>
                </a:solidFill>
                <a:effectLst/>
                <a:uFillTx/>
                <a:latin typeface="Arial"/>
                <a:ea typeface="Arial"/>
              </a:rPr>
              <a:t>disease progression</a:t>
            </a:r>
            <a:endParaRPr b="0" lang="en-US" sz="1230" strike="noStrike" u="none">
              <a:solidFill>
                <a:srgbClr val="000000"/>
              </a:solidFill>
              <a:effectLst/>
              <a:uFillTx/>
              <a:latin typeface="Arial"/>
            </a:endParaRPr>
          </a:p>
        </p:txBody>
      </p:sp>
      <p:sp>
        <p:nvSpPr>
          <p:cNvPr id="181" name="Shape 89"/>
          <p:cNvSpPr/>
          <p:nvPr/>
        </p:nvSpPr>
        <p:spPr>
          <a:xfrm>
            <a:off x="5443200" y="2796120"/>
            <a:ext cx="386640" cy="385920"/>
          </a:xfrm>
          <a:prstGeom prst="gear6">
            <a:avLst>
              <a:gd name="adj1" fmla="val 15000"/>
              <a:gd name="adj2" fmla="val 3526"/>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2" name="Shape 90"/>
          <p:cNvSpPr/>
          <p:nvPr/>
        </p:nvSpPr>
        <p:spPr>
          <a:xfrm>
            <a:off x="5520960" y="2873520"/>
            <a:ext cx="231480" cy="231480"/>
          </a:xfrm>
          <a:prstGeom prst="ellipse">
            <a:avLst/>
          </a:prstGeom>
          <a:solidFill>
            <a:srgbClr val="ffffff"/>
          </a:solidFill>
          <a:ln w="1651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3" name="Shape 91"/>
          <p:cNvSpPr/>
          <p:nvPr/>
        </p:nvSpPr>
        <p:spPr>
          <a:xfrm>
            <a:off x="5590080" y="2924640"/>
            <a:ext cx="93960" cy="93960"/>
          </a:xfrm>
          <a:prstGeom prst="ellipse">
            <a:avLst/>
          </a:prstGeom>
          <a:solidFill>
            <a:srgbClr val="061f61"/>
          </a:solidFill>
          <a:ln w="12700">
            <a:solidFill>
              <a:srgbClr val="061f61"/>
            </a:solidFill>
            <a:round/>
          </a:ln>
        </p:spPr>
        <p:style>
          <a:lnRef idx="0"/>
          <a:fillRef idx="0"/>
          <a:effectRef idx="0"/>
          <a:fontRef idx="minor"/>
        </p:style>
        <p:txBody>
          <a:bodyPr lIns="90000" rIns="90000" tIns="21600" bIns="21600" anchor="t">
            <a:noAutofit/>
          </a:bodyPr>
          <a:p>
            <a:endParaRPr b="0" lang="en-US" sz="1800" strike="noStrike" u="none">
              <a:solidFill>
                <a:srgbClr val="ffffff"/>
              </a:solidFill>
              <a:effectLst/>
              <a:uFillTx/>
              <a:latin typeface="Arial"/>
            </a:endParaRPr>
          </a:p>
        </p:txBody>
      </p:sp>
      <p:sp>
        <p:nvSpPr>
          <p:cNvPr id="184" name="Shape 92"/>
          <p:cNvSpPr/>
          <p:nvPr/>
        </p:nvSpPr>
        <p:spPr>
          <a:xfrm>
            <a:off x="5546520" y="3027960"/>
            <a:ext cx="189000" cy="102600"/>
          </a:xfrm>
          <a:prstGeom prst="arc">
            <a:avLst>
              <a:gd name="adj1" fmla="val 16200000"/>
              <a:gd name="adj2" fmla="val 0"/>
            </a:avLst>
          </a:prstGeom>
          <a:noFill/>
          <a:ln w="46673">
            <a:solidFill>
              <a:srgbClr val="061f61"/>
            </a:solidFill>
            <a:round/>
          </a:ln>
        </p:spPr>
        <p:style>
          <a:lnRef idx="0"/>
          <a:fillRef idx="0"/>
          <a:effectRef idx="0"/>
          <a:fontRef idx="minor"/>
        </p:style>
        <p:txBody>
          <a:bodyPr lIns="90000" rIns="90000" tIns="6480" bIns="6480" anchor="t">
            <a:noAutofit/>
          </a:bodyPr>
          <a:p>
            <a:endParaRPr b="0" lang="en-US" sz="1800" strike="noStrike" u="none">
              <a:solidFill>
                <a:srgbClr val="000000"/>
              </a:solidFill>
              <a:effectLst/>
              <a:uFillTx/>
              <a:latin typeface="Arial"/>
            </a:endParaRPr>
          </a:p>
        </p:txBody>
      </p:sp>
      <p:sp>
        <p:nvSpPr>
          <p:cNvPr id="185" name="Text 84"/>
          <p:cNvSpPr/>
          <p:nvPr/>
        </p:nvSpPr>
        <p:spPr>
          <a:xfrm>
            <a:off x="5934240" y="2845080"/>
            <a:ext cx="1505520" cy="2041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30" strike="noStrike" u="none">
                <a:solidFill>
                  <a:srgbClr val="111111"/>
                </a:solidFill>
                <a:effectLst/>
                <a:uFillTx/>
                <a:latin typeface="Arial"/>
                <a:ea typeface="Arial"/>
              </a:rPr>
              <a:t>resource optimization</a:t>
            </a:r>
            <a:endParaRPr b="0" lang="en-US" sz="1230" strike="noStrike" u="none">
              <a:solidFill>
                <a:srgbClr val="000000"/>
              </a:solidFill>
              <a:effectLst/>
              <a:uFillTx/>
              <a:latin typeface="Arial"/>
            </a:endParaRPr>
          </a:p>
        </p:txBody>
      </p:sp>
      <p:sp>
        <p:nvSpPr>
          <p:cNvPr id="186" name="Shape 93"/>
          <p:cNvSpPr/>
          <p:nvPr/>
        </p:nvSpPr>
        <p:spPr>
          <a:xfrm>
            <a:off x="5492520" y="3426120"/>
            <a:ext cx="220680" cy="34308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7" name="Shape 94"/>
          <p:cNvSpPr/>
          <p:nvPr/>
        </p:nvSpPr>
        <p:spPr>
          <a:xfrm>
            <a:off x="5525280" y="3351960"/>
            <a:ext cx="155160" cy="73800"/>
          </a:xfrm>
          <a:prstGeom prst="rect">
            <a:avLst/>
          </a:prstGeom>
          <a:solidFill>
            <a:srgbClr val="061f61"/>
          </a:solidFill>
          <a:ln w="12700">
            <a:solidFill>
              <a:srgbClr val="061f61"/>
            </a:solidFill>
            <a:round/>
          </a:ln>
        </p:spPr>
        <p:style>
          <a:lnRef idx="0"/>
          <a:fillRef idx="0"/>
          <a:effectRef idx="0"/>
          <a:fontRef idx="minor"/>
        </p:style>
        <p:txBody>
          <a:bodyPr lIns="90000" rIns="90000" tIns="29160" bIns="29160" anchor="t">
            <a:noAutofit/>
          </a:bodyPr>
          <a:p>
            <a:endParaRPr b="0" lang="en-US" sz="1800" strike="noStrike" u="none">
              <a:solidFill>
                <a:srgbClr val="ffffff"/>
              </a:solidFill>
              <a:effectLst/>
              <a:uFillTx/>
              <a:latin typeface="Arial"/>
            </a:endParaRPr>
          </a:p>
        </p:txBody>
      </p:sp>
      <p:sp>
        <p:nvSpPr>
          <p:cNvPr id="188" name="Shape 95"/>
          <p:cNvSpPr/>
          <p:nvPr/>
        </p:nvSpPr>
        <p:spPr>
          <a:xfrm>
            <a:off x="5533560" y="3532320"/>
            <a:ext cx="138960" cy="89640"/>
          </a:xfrm>
          <a:prstGeom prst="rect">
            <a:avLst/>
          </a:prstGeom>
          <a:solidFill>
            <a:srgbClr val="ffffff"/>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9" name="Shape 96"/>
          <p:cNvSpPr/>
          <p:nvPr/>
        </p:nvSpPr>
        <p:spPr>
          <a:xfrm rot="20100600">
            <a:off x="5713200" y="3646800"/>
            <a:ext cx="245520" cy="106200"/>
          </a:xfrm>
          <a:prstGeom prst="roundRect">
            <a:avLst>
              <a:gd name="adj" fmla="val 38462"/>
            </a:avLst>
          </a:prstGeom>
          <a:solidFill>
            <a:srgbClr val="007274"/>
          </a:solidFill>
          <a:ln w="10160">
            <a:solidFill>
              <a:srgbClr val="061f61"/>
            </a:solidFill>
            <a:round/>
          </a:ln>
        </p:spPr>
        <p:style>
          <a:lnRef idx="0"/>
          <a:fillRef idx="0"/>
          <a:effectRef idx="0"/>
          <a:fontRef idx="minor"/>
        </p:style>
        <p:txBody>
          <a:bodyPr lIns="90000" rIns="90000" tIns="37440" bIns="37440" anchor="t">
            <a:noAutofit/>
          </a:bodyPr>
          <a:p>
            <a:endParaRPr b="0" lang="en-US" sz="1800" strike="noStrike" u="none">
              <a:solidFill>
                <a:srgbClr val="ffffff"/>
              </a:solidFill>
              <a:effectLst/>
              <a:uFillTx/>
              <a:latin typeface="Arial"/>
            </a:endParaRPr>
          </a:p>
        </p:txBody>
      </p:sp>
      <p:sp>
        <p:nvSpPr>
          <p:cNvPr id="190" name="Shape 97"/>
          <p:cNvSpPr/>
          <p:nvPr/>
        </p:nvSpPr>
        <p:spPr>
          <a:xfrm>
            <a:off x="5836320" y="3605760"/>
            <a:ext cx="32760" cy="98280"/>
          </a:xfrm>
          <a:prstGeom prst="line">
            <a:avLst/>
          </a:prstGeom>
          <a:ln w="15240">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91" name="Text 90"/>
          <p:cNvSpPr/>
          <p:nvPr/>
        </p:nvSpPr>
        <p:spPr>
          <a:xfrm>
            <a:off x="5934240" y="3376800"/>
            <a:ext cx="1391040" cy="20376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230" strike="noStrike" u="none">
                <a:solidFill>
                  <a:srgbClr val="111111"/>
                </a:solidFill>
                <a:effectLst/>
                <a:uFillTx/>
                <a:latin typeface="Arial"/>
                <a:ea typeface="Arial"/>
              </a:rPr>
              <a:t>treatment evaluation</a:t>
            </a:r>
            <a:endParaRPr b="0" lang="en-US" sz="1230" strike="noStrike" u="none">
              <a:solidFill>
                <a:srgbClr val="000000"/>
              </a:solidFill>
              <a:effectLst/>
              <a:uFillTx/>
              <a:latin typeface="Arial"/>
            </a:endParaRPr>
          </a:p>
        </p:txBody>
      </p:sp>
      <p:sp>
        <p:nvSpPr>
          <p:cNvPr id="192" name="Shape 98"/>
          <p:cNvSpPr/>
          <p:nvPr/>
        </p:nvSpPr>
        <p:spPr>
          <a:xfrm>
            <a:off x="5288040" y="3769560"/>
            <a:ext cx="2241720" cy="360"/>
          </a:xfrm>
          <a:prstGeom prst="line">
            <a:avLst/>
          </a:prstGeom>
          <a:ln w="11430">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3" name="Text 92"/>
          <p:cNvSpPr/>
          <p:nvPr/>
        </p:nvSpPr>
        <p:spPr>
          <a:xfrm>
            <a:off x="5337360" y="3957840"/>
            <a:ext cx="776880" cy="18792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i="1" lang="en-US" sz="1550" strike="noStrike" u="none">
                <a:solidFill>
                  <a:srgbClr val="000000"/>
                </a:solidFill>
                <a:effectLst/>
                <a:uFillTx/>
                <a:latin typeface="Arial"/>
                <a:ea typeface="Arial"/>
              </a:rPr>
              <a:t>x(t), p, r</a:t>
            </a:r>
            <a:endParaRPr b="0" lang="en-US" sz="1550" strike="noStrike" u="none">
              <a:solidFill>
                <a:srgbClr val="000000"/>
              </a:solidFill>
              <a:effectLst/>
              <a:uFillTx/>
              <a:latin typeface="Arial"/>
            </a:endParaRPr>
          </a:p>
        </p:txBody>
      </p:sp>
      <p:sp>
        <p:nvSpPr>
          <p:cNvPr id="194" name="Text 93"/>
          <p:cNvSpPr/>
          <p:nvPr/>
        </p:nvSpPr>
        <p:spPr>
          <a:xfrm>
            <a:off x="5353560" y="4268520"/>
            <a:ext cx="220680" cy="294480"/>
          </a:xfrm>
          <a:prstGeom prst="rect">
            <a:avLst/>
          </a:prstGeom>
          <a:noFill/>
          <a:ln w="0">
            <a:noFill/>
          </a:ln>
        </p:spPr>
        <p:style>
          <a:lnRef idx="0"/>
          <a:fillRef idx="0"/>
          <a:effectRef idx="0"/>
          <a:fontRef idx="minor"/>
        </p:style>
        <p:txBody>
          <a:bodyPr lIns="360" rIns="360" tIns="360" bIns="360" anchor="ctr">
            <a:normAutofit fontScale="85000" lnSpcReduction="19999"/>
          </a:bodyPr>
          <a:p>
            <a:pPr algn="ctr" defTabSz="914400">
              <a:lnSpc>
                <a:spcPct val="100000"/>
              </a:lnSpc>
              <a:tabLst>
                <a:tab algn="l" pos="0"/>
              </a:tabLst>
            </a:pPr>
            <a:r>
              <a:rPr b="0" i="1" lang="en-US" sz="1400" strike="noStrike" u="none">
                <a:solidFill>
                  <a:srgbClr val="000000"/>
                </a:solidFill>
                <a:effectLst/>
                <a:uFillTx/>
                <a:latin typeface="Arial"/>
                <a:ea typeface="Arial"/>
              </a:rPr>
              <a:t>dx</a:t>
            </a:r>
            <a:endParaRPr b="0" lang="en-US" sz="1400" strike="noStrike" u="none">
              <a:solidFill>
                <a:srgbClr val="000000"/>
              </a:solidFill>
              <a:effectLst/>
              <a:uFillTx/>
              <a:latin typeface="Arial"/>
            </a:endParaRPr>
          </a:p>
          <a:p>
            <a:pPr algn="ctr" defTabSz="914400">
              <a:lnSpc>
                <a:spcPct val="100000"/>
              </a:lnSpc>
              <a:tabLst>
                <a:tab algn="l" pos="0"/>
              </a:tabLst>
            </a:pPr>
            <a:r>
              <a:rPr b="0" i="1" lang="en-US" sz="1400" strike="noStrike" u="none">
                <a:solidFill>
                  <a:srgbClr val="000000"/>
                </a:solidFill>
                <a:effectLst/>
                <a:uFillTx/>
                <a:latin typeface="Arial"/>
                <a:ea typeface="Arial"/>
              </a:rPr>
              <a:t>dt</a:t>
            </a:r>
            <a:endParaRPr b="0" lang="en-US" sz="1400" strike="noStrike" u="none">
              <a:solidFill>
                <a:srgbClr val="000000"/>
              </a:solidFill>
              <a:effectLst/>
              <a:uFillTx/>
              <a:latin typeface="Arial"/>
            </a:endParaRPr>
          </a:p>
        </p:txBody>
      </p:sp>
      <p:sp>
        <p:nvSpPr>
          <p:cNvPr id="195" name="Shape 99"/>
          <p:cNvSpPr/>
          <p:nvPr/>
        </p:nvSpPr>
        <p:spPr>
          <a:xfrm>
            <a:off x="5607360" y="4366800"/>
            <a:ext cx="122400" cy="360"/>
          </a:xfrm>
          <a:prstGeom prst="line">
            <a:avLst/>
          </a:prstGeom>
          <a:ln w="9525">
            <a:solidFill>
              <a:srgbClr val="00000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6" name="Text 95"/>
          <p:cNvSpPr/>
          <p:nvPr/>
        </p:nvSpPr>
        <p:spPr>
          <a:xfrm>
            <a:off x="5745960" y="4285080"/>
            <a:ext cx="1022760" cy="2206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i="1" lang="en-US" sz="1130" strike="noStrike" u="none">
                <a:solidFill>
                  <a:srgbClr val="000000"/>
                </a:solidFill>
                <a:effectLst/>
                <a:uFillTx/>
                <a:latin typeface="Arial"/>
                <a:ea typeface="Arial"/>
              </a:rPr>
              <a:t>= f(x,p,t) − r x</a:t>
            </a:r>
            <a:endParaRPr b="0" lang="en-US" sz="1130" strike="noStrike" u="none">
              <a:solidFill>
                <a:srgbClr val="000000"/>
              </a:solidFill>
              <a:effectLst/>
              <a:uFillTx/>
              <a:latin typeface="Arial"/>
            </a:endParaRPr>
          </a:p>
        </p:txBody>
      </p:sp>
      <p:sp>
        <p:nvSpPr>
          <p:cNvPr id="197" name="Shape 100"/>
          <p:cNvSpPr/>
          <p:nvPr/>
        </p:nvSpPr>
        <p:spPr>
          <a:xfrm>
            <a:off x="6466320" y="4522320"/>
            <a:ext cx="1038960" cy="360"/>
          </a:xfrm>
          <a:prstGeom prst="line">
            <a:avLst/>
          </a:prstGeom>
          <a:ln w="1397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8" name="Shape 101"/>
          <p:cNvSpPr/>
          <p:nvPr/>
        </p:nvSpPr>
        <p:spPr>
          <a:xfrm flipV="1">
            <a:off x="6466320" y="3843360"/>
            <a:ext cx="360" cy="678960"/>
          </a:xfrm>
          <a:prstGeom prst="line">
            <a:avLst/>
          </a:prstGeom>
          <a:ln w="1397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199" name="Shape 102"/>
          <p:cNvSpPr/>
          <p:nvPr/>
        </p:nvSpPr>
        <p:spPr>
          <a:xfrm rot="5400000">
            <a:off x="7488720" y="4481280"/>
            <a:ext cx="57240" cy="7344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7920" bIns="-7920" anchor="t">
            <a:noAutofit/>
          </a:bodyPr>
          <a:p>
            <a:endParaRPr b="0" lang="en-US" sz="1800" strike="noStrike" u="none">
              <a:solidFill>
                <a:srgbClr val="ffffff"/>
              </a:solidFill>
              <a:effectLst/>
              <a:uFillTx/>
              <a:latin typeface="Arial"/>
            </a:endParaRPr>
          </a:p>
        </p:txBody>
      </p:sp>
      <p:sp>
        <p:nvSpPr>
          <p:cNvPr id="200" name="Shape 103"/>
          <p:cNvSpPr/>
          <p:nvPr/>
        </p:nvSpPr>
        <p:spPr>
          <a:xfrm>
            <a:off x="6433560" y="3810240"/>
            <a:ext cx="65520" cy="7344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7920" bIns="-7920" anchor="t">
            <a:noAutofit/>
          </a:bodyPr>
          <a:p>
            <a:endParaRPr b="0" lang="en-US" sz="1800" strike="noStrike" u="none">
              <a:solidFill>
                <a:srgbClr val="ffffff"/>
              </a:solidFill>
              <a:effectLst/>
              <a:uFillTx/>
              <a:latin typeface="Arial"/>
            </a:endParaRPr>
          </a:p>
        </p:txBody>
      </p:sp>
      <p:sp>
        <p:nvSpPr>
          <p:cNvPr id="201" name="Text 100"/>
          <p:cNvSpPr/>
          <p:nvPr/>
        </p:nvSpPr>
        <p:spPr>
          <a:xfrm>
            <a:off x="7529760" y="4456800"/>
            <a:ext cx="81360" cy="106200"/>
          </a:xfrm>
          <a:prstGeom prst="rect">
            <a:avLst/>
          </a:prstGeom>
          <a:noFill/>
          <a:ln w="0">
            <a:noFill/>
          </a:ln>
        </p:spPr>
        <p:style>
          <a:lnRef idx="0"/>
          <a:fillRef idx="0"/>
          <a:effectRef idx="0"/>
          <a:fontRef idx="minor"/>
        </p:style>
        <p:txBody>
          <a:bodyPr lIns="360" rIns="360" tIns="360" bIns="360" anchor="ctr">
            <a:normAutofit fontScale="70000" lnSpcReduction="19999"/>
          </a:bodyPr>
          <a:p>
            <a:pPr defTabSz="914400">
              <a:lnSpc>
                <a:spcPct val="100000"/>
              </a:lnSpc>
              <a:tabLst>
                <a:tab algn="l" pos="0"/>
              </a:tabLst>
            </a:pPr>
            <a:r>
              <a:rPr b="0" i="1" lang="en-US" sz="1200" strike="noStrike" u="none">
                <a:solidFill>
                  <a:srgbClr val="000000"/>
                </a:solidFill>
                <a:effectLst/>
                <a:uFillTx/>
                <a:latin typeface="Arial"/>
                <a:ea typeface="Arial"/>
              </a:rPr>
              <a:t>t</a:t>
            </a:r>
            <a:endParaRPr b="0" lang="en-US" sz="1200" strike="noStrike" u="none">
              <a:solidFill>
                <a:srgbClr val="000000"/>
              </a:solidFill>
              <a:effectLst/>
              <a:uFillTx/>
              <a:latin typeface="Arial"/>
            </a:endParaRPr>
          </a:p>
        </p:txBody>
      </p:sp>
      <p:sp>
        <p:nvSpPr>
          <p:cNvPr id="202" name="Shape 104"/>
          <p:cNvSpPr/>
          <p:nvPr/>
        </p:nvSpPr>
        <p:spPr>
          <a:xfrm flipV="1">
            <a:off x="6482880" y="4317840"/>
            <a:ext cx="81720" cy="18792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3" name="Shape 105"/>
          <p:cNvSpPr/>
          <p:nvPr/>
        </p:nvSpPr>
        <p:spPr>
          <a:xfrm flipV="1">
            <a:off x="6564600" y="4121280"/>
            <a:ext cx="106200" cy="19656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4" name="Shape 106"/>
          <p:cNvSpPr/>
          <p:nvPr/>
        </p:nvSpPr>
        <p:spPr>
          <a:xfrm flipV="1">
            <a:off x="6670800" y="3974040"/>
            <a:ext cx="139320" cy="147240"/>
          </a:xfrm>
          <a:prstGeom prst="line">
            <a:avLst/>
          </a:prstGeom>
          <a:ln w="1651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5" name="Shape 107"/>
          <p:cNvSpPr/>
          <p:nvPr/>
        </p:nvSpPr>
        <p:spPr>
          <a:xfrm flipV="1">
            <a:off x="6810120" y="3892320"/>
            <a:ext cx="179640" cy="81720"/>
          </a:xfrm>
          <a:prstGeom prst="line">
            <a:avLst/>
          </a:prstGeom>
          <a:ln w="16510">
            <a:solidFill>
              <a:srgbClr val="007274"/>
            </a:solidFill>
            <a:round/>
          </a:ln>
        </p:spPr>
        <p:style>
          <a:lnRef idx="0"/>
          <a:fillRef idx="0"/>
          <a:effectRef idx="0"/>
          <a:fontRef idx="minor"/>
        </p:style>
        <p:txBody>
          <a:bodyPr lIns="90000" rIns="90000" tIns="36720" bIns="36720" anchor="t" anchorCtr="1">
            <a:noAutofit/>
          </a:bodyPr>
          <a:p>
            <a:endParaRPr b="0" lang="en-US" sz="1800" strike="noStrike" u="none">
              <a:solidFill>
                <a:srgbClr val="000000"/>
              </a:solidFill>
              <a:effectLst/>
              <a:uFillTx/>
              <a:latin typeface="Arial"/>
            </a:endParaRPr>
          </a:p>
        </p:txBody>
      </p:sp>
      <p:sp>
        <p:nvSpPr>
          <p:cNvPr id="206" name="Shape 108"/>
          <p:cNvSpPr/>
          <p:nvPr/>
        </p:nvSpPr>
        <p:spPr>
          <a:xfrm flipV="1">
            <a:off x="6989760" y="3843360"/>
            <a:ext cx="245520" cy="48960"/>
          </a:xfrm>
          <a:prstGeom prst="line">
            <a:avLst/>
          </a:prstGeom>
          <a:ln w="16510">
            <a:solidFill>
              <a:srgbClr val="007274"/>
            </a:solidFill>
            <a:round/>
          </a:ln>
        </p:spPr>
        <p:style>
          <a:lnRef idx="0"/>
          <a:fillRef idx="0"/>
          <a:effectRef idx="0"/>
          <a:fontRef idx="minor"/>
        </p:style>
        <p:txBody>
          <a:bodyPr lIns="90000" rIns="90000" tIns="3960" bIns="3960" anchor="t" anchorCtr="1">
            <a:noAutofit/>
          </a:bodyPr>
          <a:p>
            <a:endParaRPr b="0" lang="en-US" sz="1800" strike="noStrike" u="none">
              <a:solidFill>
                <a:srgbClr val="000000"/>
              </a:solidFill>
              <a:effectLst/>
              <a:uFillTx/>
              <a:latin typeface="Arial"/>
            </a:endParaRPr>
          </a:p>
        </p:txBody>
      </p:sp>
      <p:sp>
        <p:nvSpPr>
          <p:cNvPr id="207" name="Shape 109"/>
          <p:cNvSpPr/>
          <p:nvPr/>
        </p:nvSpPr>
        <p:spPr>
          <a:xfrm flipV="1">
            <a:off x="7235280" y="3818520"/>
            <a:ext cx="245520" cy="24840"/>
          </a:xfrm>
          <a:prstGeom prst="line">
            <a:avLst/>
          </a:prstGeom>
          <a:ln w="16510">
            <a:solidFill>
              <a:srgbClr val="007274"/>
            </a:solidFill>
            <a:round/>
          </a:ln>
        </p:spPr>
        <p:style>
          <a:lnRef idx="0"/>
          <a:fillRef idx="0"/>
          <a:effectRef idx="0"/>
          <a:fontRef idx="minor"/>
        </p:style>
        <p:txBody>
          <a:bodyPr lIns="90000" rIns="90000" tIns="-20160" bIns="-20160" anchor="t" anchorCtr="1">
            <a:noAutofit/>
          </a:bodyPr>
          <a:p>
            <a:endParaRPr b="0" lang="en-US" sz="1800" strike="noStrike" u="none">
              <a:solidFill>
                <a:srgbClr val="000000"/>
              </a:solidFill>
              <a:effectLst/>
              <a:uFillTx/>
              <a:latin typeface="Arial"/>
            </a:endParaRPr>
          </a:p>
        </p:txBody>
      </p:sp>
      <p:sp>
        <p:nvSpPr>
          <p:cNvPr id="208" name="Shape 110"/>
          <p:cNvSpPr/>
          <p:nvPr/>
        </p:nvSpPr>
        <p:spPr>
          <a:xfrm flipV="1">
            <a:off x="6482880" y="4350240"/>
            <a:ext cx="114120" cy="15552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09" name="Shape 111"/>
          <p:cNvSpPr/>
          <p:nvPr/>
        </p:nvSpPr>
        <p:spPr>
          <a:xfrm flipV="1">
            <a:off x="6597000" y="4154040"/>
            <a:ext cx="147240" cy="19620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0" name="Shape 112"/>
          <p:cNvSpPr/>
          <p:nvPr/>
        </p:nvSpPr>
        <p:spPr>
          <a:xfrm flipV="1">
            <a:off x="6744240" y="4104720"/>
            <a:ext cx="172080" cy="49320"/>
          </a:xfrm>
          <a:prstGeom prst="line">
            <a:avLst/>
          </a:prstGeom>
          <a:ln w="12700">
            <a:solidFill>
              <a:srgbClr val="061f61"/>
            </a:solidFill>
            <a:round/>
          </a:ln>
        </p:spPr>
        <p:style>
          <a:lnRef idx="0"/>
          <a:fillRef idx="0"/>
          <a:effectRef idx="0"/>
          <a:fontRef idx="minor"/>
        </p:style>
        <p:txBody>
          <a:bodyPr lIns="90000" rIns="90000" tIns="4320" bIns="4320" anchor="t" anchorCtr="1">
            <a:noAutofit/>
          </a:bodyPr>
          <a:p>
            <a:endParaRPr b="0" lang="en-US" sz="1800" strike="noStrike" u="none">
              <a:solidFill>
                <a:srgbClr val="000000"/>
              </a:solidFill>
              <a:effectLst/>
              <a:uFillTx/>
              <a:latin typeface="Arial"/>
            </a:endParaRPr>
          </a:p>
        </p:txBody>
      </p:sp>
      <p:sp>
        <p:nvSpPr>
          <p:cNvPr id="211" name="Shape 113"/>
          <p:cNvSpPr/>
          <p:nvPr/>
        </p:nvSpPr>
        <p:spPr>
          <a:xfrm>
            <a:off x="6916320" y="4104720"/>
            <a:ext cx="155160" cy="982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2" name="Shape 114"/>
          <p:cNvSpPr/>
          <p:nvPr/>
        </p:nvSpPr>
        <p:spPr>
          <a:xfrm>
            <a:off x="7071480" y="4203000"/>
            <a:ext cx="147600" cy="16380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3" name="Shape 115"/>
          <p:cNvSpPr/>
          <p:nvPr/>
        </p:nvSpPr>
        <p:spPr>
          <a:xfrm>
            <a:off x="7219080" y="4366800"/>
            <a:ext cx="204480" cy="57240"/>
          </a:xfrm>
          <a:prstGeom prst="line">
            <a:avLst/>
          </a:prstGeom>
          <a:ln w="12700">
            <a:solidFill>
              <a:srgbClr val="061f61"/>
            </a:solidFill>
            <a:round/>
          </a:ln>
        </p:spPr>
        <p:style>
          <a:lnRef idx="0"/>
          <a:fillRef idx="0"/>
          <a:effectRef idx="0"/>
          <a:fontRef idx="minor"/>
        </p:style>
        <p:txBody>
          <a:bodyPr lIns="90000" rIns="90000" tIns="12240" bIns="12240" anchor="t" anchorCtr="1">
            <a:noAutofit/>
          </a:bodyPr>
          <a:p>
            <a:endParaRPr b="0" lang="en-US" sz="1800" strike="noStrike" u="none">
              <a:solidFill>
                <a:srgbClr val="000000"/>
              </a:solidFill>
              <a:effectLst/>
              <a:uFillTx/>
              <a:latin typeface="Arial"/>
            </a:endParaRPr>
          </a:p>
        </p:txBody>
      </p:sp>
      <p:sp>
        <p:nvSpPr>
          <p:cNvPr id="214" name="Text 113"/>
          <p:cNvSpPr/>
          <p:nvPr/>
        </p:nvSpPr>
        <p:spPr>
          <a:xfrm>
            <a:off x="8405640" y="1037160"/>
            <a:ext cx="1595160" cy="21204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1" lang="en-US" sz="1700" strike="noStrike" u="none">
                <a:solidFill>
                  <a:srgbClr val="007274"/>
                </a:solidFill>
                <a:effectLst/>
                <a:uFillTx/>
                <a:latin typeface="Arial"/>
                <a:ea typeface="Arial"/>
              </a:rPr>
              <a:t>Healthcare impact</a:t>
            </a:r>
            <a:endParaRPr b="0" lang="en-US" sz="1700" strike="noStrike" u="none">
              <a:solidFill>
                <a:srgbClr val="000000"/>
              </a:solidFill>
              <a:effectLst/>
              <a:uFillTx/>
              <a:latin typeface="Arial"/>
            </a:endParaRPr>
          </a:p>
        </p:txBody>
      </p:sp>
      <p:sp>
        <p:nvSpPr>
          <p:cNvPr id="215" name="Text 114"/>
          <p:cNvSpPr/>
          <p:nvPr/>
        </p:nvSpPr>
        <p:spPr>
          <a:xfrm>
            <a:off x="8397360" y="1307160"/>
            <a:ext cx="1595160" cy="351000"/>
          </a:xfrm>
          <a:prstGeom prst="rect">
            <a:avLst/>
          </a:prstGeom>
          <a:noFill/>
          <a:ln w="0">
            <a:noFill/>
          </a:ln>
        </p:spPr>
        <p:style>
          <a:lnRef idx="0"/>
          <a:fillRef idx="0"/>
          <a:effectRef idx="0"/>
          <a:fontRef idx="minor"/>
        </p:style>
        <p:txBody>
          <a:bodyPr lIns="360" rIns="360" tIns="360" bIns="360" anchor="ctr">
            <a:normAutofit fontScale="85000" lnSpcReduction="9999"/>
          </a:bodyPr>
          <a:p>
            <a:pPr algn="ctr" defTabSz="914400">
              <a:lnSpc>
                <a:spcPct val="100000"/>
              </a:lnSpc>
              <a:tabLst>
                <a:tab algn="l" pos="0"/>
              </a:tabLst>
            </a:pPr>
            <a:r>
              <a:rPr b="0" i="1" lang="en-US" sz="1180" strike="noStrike" u="none">
                <a:solidFill>
                  <a:srgbClr val="007274"/>
                </a:solidFill>
                <a:effectLst/>
                <a:uFillTx/>
                <a:latin typeface="Arial"/>
                <a:ea typeface="Arial"/>
              </a:rPr>
              <a:t>Model-informed decisions</a:t>
            </a:r>
            <a:endParaRPr b="0" lang="en-US" sz="1180" strike="noStrike" u="none">
              <a:solidFill>
                <a:srgbClr val="000000"/>
              </a:solidFill>
              <a:effectLst/>
              <a:uFillTx/>
              <a:latin typeface="Arial"/>
            </a:endParaRPr>
          </a:p>
          <a:p>
            <a:pPr algn="ctr" defTabSz="914400">
              <a:lnSpc>
                <a:spcPct val="100000"/>
              </a:lnSpc>
              <a:tabLst>
                <a:tab algn="l" pos="0"/>
              </a:tabLst>
            </a:pPr>
            <a:r>
              <a:rPr b="0" i="1" lang="en-US" sz="1180" strike="noStrike" u="none">
                <a:solidFill>
                  <a:srgbClr val="007274"/>
                </a:solidFill>
                <a:effectLst/>
                <a:uFillTx/>
                <a:latin typeface="Arial"/>
                <a:ea typeface="Arial"/>
              </a:rPr>
              <a:t>and better care</a:t>
            </a:r>
            <a:endParaRPr b="0" lang="en-US" sz="1180" strike="noStrike" u="none">
              <a:solidFill>
                <a:srgbClr val="000000"/>
              </a:solidFill>
              <a:effectLst/>
              <a:uFillTx/>
              <a:latin typeface="Arial"/>
            </a:endParaRPr>
          </a:p>
        </p:txBody>
      </p:sp>
      <p:sp>
        <p:nvSpPr>
          <p:cNvPr id="216" name="Shape 116"/>
          <p:cNvSpPr/>
          <p:nvPr/>
        </p:nvSpPr>
        <p:spPr>
          <a:xfrm>
            <a:off x="8192520" y="1740240"/>
            <a:ext cx="1980000" cy="360"/>
          </a:xfrm>
          <a:prstGeom prst="line">
            <a:avLst/>
          </a:prstGeom>
          <a:ln w="10795">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17" name="Shape 117"/>
          <p:cNvSpPr/>
          <p:nvPr/>
        </p:nvSpPr>
        <p:spPr>
          <a:xfrm>
            <a:off x="8282520" y="1830600"/>
            <a:ext cx="326160" cy="32580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8" name="Text 117"/>
          <p:cNvSpPr/>
          <p:nvPr/>
        </p:nvSpPr>
        <p:spPr>
          <a:xfrm>
            <a:off x="8344800" y="1869480"/>
            <a:ext cx="194040" cy="19332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1" lang="en-US" sz="2090" strike="noStrike" u="none">
                <a:solidFill>
                  <a:srgbClr val="007274"/>
                </a:solidFill>
                <a:effectLst/>
                <a:uFillTx/>
                <a:latin typeface="Arial"/>
                <a:ea typeface="Arial"/>
              </a:rPr>
              <a:t>+</a:t>
            </a:r>
            <a:endParaRPr b="0" lang="en-US" sz="2090" strike="noStrike" u="none">
              <a:solidFill>
                <a:srgbClr val="000000"/>
              </a:solidFill>
              <a:effectLst/>
              <a:uFillTx/>
              <a:latin typeface="Arial"/>
            </a:endParaRPr>
          </a:p>
        </p:txBody>
      </p:sp>
      <p:sp>
        <p:nvSpPr>
          <p:cNvPr id="219" name="Shape 118"/>
          <p:cNvSpPr/>
          <p:nvPr/>
        </p:nvSpPr>
        <p:spPr>
          <a:xfrm>
            <a:off x="8539200" y="2094840"/>
            <a:ext cx="201960" cy="201960"/>
          </a:xfrm>
          <a:prstGeom prst="line">
            <a:avLst/>
          </a:prstGeom>
          <a:ln w="36195">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0" name="Shape 119"/>
          <p:cNvSpPr/>
          <p:nvPr/>
        </p:nvSpPr>
        <p:spPr>
          <a:xfrm>
            <a:off x="8896320" y="20102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21" name="Text 120"/>
          <p:cNvSpPr/>
          <p:nvPr/>
        </p:nvSpPr>
        <p:spPr>
          <a:xfrm>
            <a:off x="9076680" y="1944720"/>
            <a:ext cx="964800" cy="27000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170" strike="noStrike" u="none">
                <a:solidFill>
                  <a:srgbClr val="111111"/>
                </a:solidFill>
                <a:effectLst/>
                <a:uFillTx/>
                <a:latin typeface="Arial"/>
                <a:ea typeface="Arial"/>
              </a:rPr>
              <a:t>early diagnosis</a:t>
            </a:r>
            <a:endParaRPr b="0" lang="en-US" sz="1170" strike="noStrike" u="none">
              <a:solidFill>
                <a:srgbClr val="000000"/>
              </a:solidFill>
              <a:effectLst/>
              <a:uFillTx/>
              <a:latin typeface="Arial"/>
            </a:endParaRPr>
          </a:p>
        </p:txBody>
      </p:sp>
      <p:sp>
        <p:nvSpPr>
          <p:cNvPr id="222" name="Shape 127"/>
          <p:cNvSpPr/>
          <p:nvPr/>
        </p:nvSpPr>
        <p:spPr>
          <a:xfrm>
            <a:off x="8745120" y="2670120"/>
            <a:ext cx="360" cy="360"/>
          </a:xfrm>
          <a:prstGeom prst="line">
            <a:avLst/>
          </a:prstGeom>
          <a:ln w="12700">
            <a:solidFill>
              <a:srgbClr val="00727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23" name="Shape 129"/>
          <p:cNvSpPr/>
          <p:nvPr/>
        </p:nvSpPr>
        <p:spPr>
          <a:xfrm>
            <a:off x="8896320" y="265680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24" name="Text 46"/>
          <p:cNvSpPr/>
          <p:nvPr/>
        </p:nvSpPr>
        <p:spPr>
          <a:xfrm>
            <a:off x="9076680" y="2591280"/>
            <a:ext cx="1063080" cy="4417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personalized</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treatment</a:t>
            </a:r>
            <a:endParaRPr b="0" lang="en-US" sz="1170" strike="noStrike" u="none">
              <a:solidFill>
                <a:srgbClr val="000000"/>
              </a:solidFill>
              <a:effectLst/>
              <a:uFillTx/>
              <a:latin typeface="Arial"/>
            </a:endParaRPr>
          </a:p>
        </p:txBody>
      </p:sp>
      <p:sp>
        <p:nvSpPr>
          <p:cNvPr id="225" name="Shape 131"/>
          <p:cNvSpPr/>
          <p:nvPr/>
        </p:nvSpPr>
        <p:spPr>
          <a:xfrm>
            <a:off x="8298360" y="3574800"/>
            <a:ext cx="494640" cy="360"/>
          </a:xfrm>
          <a:prstGeom prst="line">
            <a:avLst/>
          </a:prstGeom>
          <a:ln w="1778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26" name="Shape 132"/>
          <p:cNvSpPr/>
          <p:nvPr/>
        </p:nvSpPr>
        <p:spPr>
          <a:xfrm>
            <a:off x="8367120" y="3437640"/>
            <a:ext cx="75960" cy="13716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7" name="Shape 133"/>
          <p:cNvSpPr/>
          <p:nvPr/>
        </p:nvSpPr>
        <p:spPr>
          <a:xfrm>
            <a:off x="8503920" y="3331440"/>
            <a:ext cx="75600" cy="243360"/>
          </a:xfrm>
          <a:prstGeom prst="rect">
            <a:avLst/>
          </a:prstGeom>
          <a:solidFill>
            <a:srgbClr val="061f61"/>
          </a:solidFill>
          <a:ln w="1270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8" name="Shape 134"/>
          <p:cNvSpPr/>
          <p:nvPr/>
        </p:nvSpPr>
        <p:spPr>
          <a:xfrm>
            <a:off x="8641080" y="3209760"/>
            <a:ext cx="75600" cy="365400"/>
          </a:xfrm>
          <a:prstGeom prst="rec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9" name="Shape 135"/>
          <p:cNvSpPr/>
          <p:nvPr/>
        </p:nvSpPr>
        <p:spPr>
          <a:xfrm>
            <a:off x="8896320" y="3351960"/>
            <a:ext cx="57240" cy="57600"/>
          </a:xfrm>
          <a:prstGeom prst="ellipse">
            <a:avLst/>
          </a:prstGeom>
          <a:solidFill>
            <a:srgbClr val="007274"/>
          </a:solidFill>
          <a:ln w="12700">
            <a:solidFill>
              <a:srgbClr val="007274"/>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30" name="Text 47"/>
          <p:cNvSpPr/>
          <p:nvPr/>
        </p:nvSpPr>
        <p:spPr>
          <a:xfrm>
            <a:off x="9076680" y="3286800"/>
            <a:ext cx="1046520" cy="269640"/>
          </a:xfrm>
          <a:prstGeom prst="rect">
            <a:avLst/>
          </a:prstGeom>
          <a:noFill/>
          <a:ln w="0">
            <a:noFill/>
          </a:ln>
        </p:spPr>
        <p:style>
          <a:lnRef idx="0"/>
          <a:fillRef idx="0"/>
          <a:effectRef idx="0"/>
          <a:fontRef idx="minor"/>
        </p:style>
        <p:txBody>
          <a:bodyPr lIns="360" rIns="360" tIns="360" bIns="360" anchor="ctr">
            <a:normAutofit fontScale="92500" lnSpcReduction="19999"/>
          </a:bodyPr>
          <a:p>
            <a:pPr defTabSz="914400">
              <a:lnSpc>
                <a:spcPct val="100000"/>
              </a:lnSpc>
              <a:tabLst>
                <a:tab algn="l" pos="0"/>
              </a:tabLst>
            </a:pPr>
            <a:r>
              <a:rPr b="0" lang="en-US" sz="1170" strike="noStrike" u="none">
                <a:solidFill>
                  <a:srgbClr val="111111"/>
                </a:solidFill>
                <a:effectLst/>
                <a:uFillTx/>
                <a:latin typeface="Arial"/>
                <a:ea typeface="Arial"/>
              </a:rPr>
              <a:t>capacity planning</a:t>
            </a:r>
            <a:endParaRPr b="0" lang="en-US" sz="1170" strike="noStrike" u="none">
              <a:solidFill>
                <a:srgbClr val="000000"/>
              </a:solidFill>
              <a:effectLst/>
              <a:uFillTx/>
              <a:latin typeface="Arial"/>
            </a:endParaRPr>
          </a:p>
        </p:txBody>
      </p:sp>
      <p:sp>
        <p:nvSpPr>
          <p:cNvPr id="231" name="Shape 143"/>
          <p:cNvSpPr/>
          <p:nvPr/>
        </p:nvSpPr>
        <p:spPr>
          <a:xfrm>
            <a:off x="8896320" y="38102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32" name="Text 48"/>
          <p:cNvSpPr/>
          <p:nvPr/>
        </p:nvSpPr>
        <p:spPr>
          <a:xfrm>
            <a:off x="9076680" y="3744720"/>
            <a:ext cx="1005840" cy="4168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outbreak</a:t>
            </a:r>
            <a:endParaRPr b="0" lang="en-US" sz="1170" strike="noStrike" u="none">
              <a:solidFill>
                <a:srgbClr val="000000"/>
              </a:solidFill>
              <a:effectLst/>
              <a:uFillTx/>
              <a:latin typeface="Arial"/>
            </a:endParaRPr>
          </a:p>
          <a:p>
            <a:pPr defTabSz="914400">
              <a:lnSpc>
                <a:spcPct val="100000"/>
              </a:lnSpc>
              <a:tabLst>
                <a:tab algn="l" pos="0"/>
              </a:tabLst>
            </a:pPr>
            <a:r>
              <a:rPr b="0" lang="en-US" sz="1170" strike="noStrike" u="none">
                <a:solidFill>
                  <a:srgbClr val="111111"/>
                </a:solidFill>
                <a:effectLst/>
                <a:uFillTx/>
                <a:latin typeface="Arial"/>
                <a:ea typeface="Arial"/>
              </a:rPr>
              <a:t>preparedness</a:t>
            </a:r>
            <a:endParaRPr b="0" lang="en-US" sz="1170" strike="noStrike" u="none">
              <a:solidFill>
                <a:srgbClr val="000000"/>
              </a:solidFill>
              <a:effectLst/>
              <a:uFillTx/>
              <a:latin typeface="Arial"/>
            </a:endParaRPr>
          </a:p>
        </p:txBody>
      </p:sp>
      <p:sp>
        <p:nvSpPr>
          <p:cNvPr id="233" name="Shape 145"/>
          <p:cNvSpPr/>
          <p:nvPr/>
        </p:nvSpPr>
        <p:spPr>
          <a:xfrm>
            <a:off x="8298720" y="4300920"/>
            <a:ext cx="440640" cy="15228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1320" bIns="31320" anchor="t">
            <a:noAutofit/>
          </a:bodyPr>
          <a:p>
            <a:endParaRPr b="0" lang="en-US" sz="1800" strike="noStrike" u="none">
              <a:solidFill>
                <a:srgbClr val="ffffff"/>
              </a:solidFill>
              <a:effectLst/>
              <a:uFillTx/>
              <a:latin typeface="Arial"/>
            </a:endParaRPr>
          </a:p>
        </p:txBody>
      </p:sp>
      <p:sp>
        <p:nvSpPr>
          <p:cNvPr id="234" name="Shape 146"/>
          <p:cNvSpPr/>
          <p:nvPr/>
        </p:nvSpPr>
        <p:spPr>
          <a:xfrm>
            <a:off x="8346960" y="4477320"/>
            <a:ext cx="360720" cy="360"/>
          </a:xfrm>
          <a:prstGeom prst="line">
            <a:avLst/>
          </a:prstGeom>
          <a:ln w="254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5" name="Shape 147"/>
          <p:cNvSpPr/>
          <p:nvPr/>
        </p:nvSpPr>
        <p:spPr>
          <a:xfrm>
            <a:off x="838692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6" name="Shape 148"/>
          <p:cNvSpPr/>
          <p:nvPr/>
        </p:nvSpPr>
        <p:spPr>
          <a:xfrm>
            <a:off x="849924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7" name="Shape 149"/>
          <p:cNvSpPr/>
          <p:nvPr/>
        </p:nvSpPr>
        <p:spPr>
          <a:xfrm>
            <a:off x="8611200" y="4477320"/>
            <a:ext cx="360" cy="224280"/>
          </a:xfrm>
          <a:prstGeom prst="line">
            <a:avLst/>
          </a:prstGeom>
          <a:ln w="3733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8" name="Shape 150"/>
          <p:cNvSpPr/>
          <p:nvPr/>
        </p:nvSpPr>
        <p:spPr>
          <a:xfrm>
            <a:off x="8322840" y="4734000"/>
            <a:ext cx="408600" cy="360"/>
          </a:xfrm>
          <a:prstGeom prst="line">
            <a:avLst/>
          </a:prstGeom>
          <a:ln w="254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9" name="Shape 151"/>
          <p:cNvSpPr/>
          <p:nvPr/>
        </p:nvSpPr>
        <p:spPr>
          <a:xfrm rot="5400000">
            <a:off x="8643600" y="4581360"/>
            <a:ext cx="216000" cy="256680"/>
          </a:xfrm>
          <a:prstGeom prst="homePlate">
            <a:avLst>
              <a:gd name="adj" fmla="val 50000"/>
            </a:avLst>
          </a:prstGeom>
          <a:solidFill>
            <a:srgbClr val="007274"/>
          </a:solidFill>
          <a:ln w="12700">
            <a:solidFill>
              <a:srgbClr val="ffff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0" name="Shape 152"/>
          <p:cNvSpPr/>
          <p:nvPr/>
        </p:nvSpPr>
        <p:spPr>
          <a:xfrm>
            <a:off x="8699400" y="4709880"/>
            <a:ext cx="39960" cy="48240"/>
          </a:xfrm>
          <a:prstGeom prst="line">
            <a:avLst/>
          </a:prstGeom>
          <a:ln w="18669">
            <a:solidFill>
              <a:srgbClr val="ffffff"/>
            </a:solidFill>
            <a:round/>
          </a:ln>
        </p:spPr>
        <p:style>
          <a:lnRef idx="0"/>
          <a:fillRef idx="0"/>
          <a:effectRef idx="0"/>
          <a:fontRef idx="minor"/>
        </p:style>
        <p:txBody>
          <a:bodyPr lIns="90000" rIns="90000" tIns="3240" bIns="3240" anchor="t" anchorCtr="1">
            <a:noAutofit/>
          </a:bodyPr>
          <a:p>
            <a:endParaRPr b="0" lang="en-US" sz="1800" strike="noStrike" u="none">
              <a:solidFill>
                <a:srgbClr val="000000"/>
              </a:solidFill>
              <a:effectLst/>
              <a:uFillTx/>
              <a:latin typeface="Arial"/>
            </a:endParaRPr>
          </a:p>
        </p:txBody>
      </p:sp>
      <p:sp>
        <p:nvSpPr>
          <p:cNvPr id="241" name="Shape 153"/>
          <p:cNvSpPr/>
          <p:nvPr/>
        </p:nvSpPr>
        <p:spPr>
          <a:xfrm flipV="1">
            <a:off x="8739360" y="4637520"/>
            <a:ext cx="72360" cy="120600"/>
          </a:xfrm>
          <a:prstGeom prst="line">
            <a:avLst/>
          </a:prstGeom>
          <a:ln w="18669">
            <a:solidFill>
              <a:srgbClr val="ffffff"/>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2" name="Shape 154"/>
          <p:cNvSpPr/>
          <p:nvPr/>
        </p:nvSpPr>
        <p:spPr>
          <a:xfrm>
            <a:off x="8896320" y="4514040"/>
            <a:ext cx="57240" cy="57240"/>
          </a:xfrm>
          <a:prstGeom prst="ellipse">
            <a:avLst/>
          </a:prstGeom>
          <a:solidFill>
            <a:srgbClr val="007274"/>
          </a:solidFill>
          <a:ln w="12700">
            <a:solidFill>
              <a:srgbClr val="007274"/>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43" name="Text 50"/>
          <p:cNvSpPr/>
          <p:nvPr/>
        </p:nvSpPr>
        <p:spPr>
          <a:xfrm>
            <a:off x="9076680" y="4448880"/>
            <a:ext cx="940320" cy="269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170" strike="noStrike" u="none">
                <a:solidFill>
                  <a:srgbClr val="111111"/>
                </a:solidFill>
                <a:effectLst/>
                <a:uFillTx/>
                <a:latin typeface="Arial"/>
                <a:ea typeface="Arial"/>
              </a:rPr>
              <a:t>policy support</a:t>
            </a:r>
            <a:endParaRPr b="0" lang="en-US" sz="1170" strike="noStrike" u="none">
              <a:solidFill>
                <a:srgbClr val="000000"/>
              </a:solidFill>
              <a:effectLst/>
              <a:uFillTx/>
              <a:latin typeface="Arial"/>
            </a:endParaRPr>
          </a:p>
        </p:txBody>
      </p:sp>
      <p:sp>
        <p:nvSpPr>
          <p:cNvPr id="244" name="Shape 156"/>
          <p:cNvSpPr/>
          <p:nvPr/>
        </p:nvSpPr>
        <p:spPr>
          <a:xfrm>
            <a:off x="5395680" y="5005440"/>
            <a:ext cx="4891320" cy="776520"/>
          </a:xfrm>
          <a:prstGeom prst="roundRect">
            <a:avLst>
              <a:gd name="adj" fmla="val 8421"/>
            </a:avLst>
          </a:prstGeom>
          <a:solidFill>
            <a:srgbClr val="ffffff"/>
          </a:solidFill>
          <a:ln w="1778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5" name="Text 51"/>
          <p:cNvSpPr/>
          <p:nvPr/>
        </p:nvSpPr>
        <p:spPr>
          <a:xfrm>
            <a:off x="6990120" y="4817160"/>
            <a:ext cx="964800" cy="22068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1" lang="en-US" sz="1580" strike="noStrike" u="none">
                <a:solidFill>
                  <a:srgbClr val="007274"/>
                </a:solidFill>
                <a:effectLst/>
                <a:uFillTx/>
                <a:latin typeface="Arial"/>
                <a:ea typeface="Arial"/>
              </a:rPr>
              <a:t>Model outputs</a:t>
            </a:r>
            <a:endParaRPr b="0" lang="en-US" sz="1580" strike="noStrike" u="none">
              <a:solidFill>
                <a:srgbClr val="000000"/>
              </a:solidFill>
              <a:effectLst/>
              <a:uFillTx/>
              <a:latin typeface="Arial"/>
            </a:endParaRPr>
          </a:p>
        </p:txBody>
      </p:sp>
      <p:sp>
        <p:nvSpPr>
          <p:cNvPr id="246" name="Shape 158"/>
          <p:cNvSpPr/>
          <p:nvPr/>
        </p:nvSpPr>
        <p:spPr>
          <a:xfrm>
            <a:off x="644184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7" name="Shape 159"/>
          <p:cNvSpPr/>
          <p:nvPr/>
        </p:nvSpPr>
        <p:spPr>
          <a:xfrm>
            <a:off x="775080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8" name="Shape 160"/>
          <p:cNvSpPr/>
          <p:nvPr/>
        </p:nvSpPr>
        <p:spPr>
          <a:xfrm>
            <a:off x="8978040" y="5144040"/>
            <a:ext cx="360" cy="564480"/>
          </a:xfrm>
          <a:prstGeom prst="line">
            <a:avLst/>
          </a:prstGeom>
          <a:ln w="9525">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49" name="Shape 161"/>
          <p:cNvSpPr/>
          <p:nvPr/>
        </p:nvSpPr>
        <p:spPr>
          <a:xfrm>
            <a:off x="5616000" y="5098320"/>
            <a:ext cx="263520" cy="263160"/>
          </a:xfrm>
          <a:prstGeom prst="ellipse">
            <a:avLst/>
          </a:prstGeom>
          <a:solidFill>
            <a:srgbClr val="ffffff"/>
          </a:solidFill>
          <a:ln w="1651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0" name="Shape 162"/>
          <p:cNvSpPr/>
          <p:nvPr/>
        </p:nvSpPr>
        <p:spPr>
          <a:xfrm>
            <a:off x="5822280" y="5316120"/>
            <a:ext cx="149040" cy="148680"/>
          </a:xfrm>
          <a:prstGeom prst="line">
            <a:avLst/>
          </a:prstGeom>
          <a:ln w="28448">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51" name="Shape 163"/>
          <p:cNvSpPr/>
          <p:nvPr/>
        </p:nvSpPr>
        <p:spPr>
          <a:xfrm>
            <a:off x="5685120" y="5264280"/>
            <a:ext cx="28080" cy="51480"/>
          </a:xfrm>
          <a:prstGeom prst="rect">
            <a:avLst/>
          </a:prstGeom>
          <a:solidFill>
            <a:srgbClr val="0f8d95"/>
          </a:solidFill>
          <a:ln w="12700">
            <a:solidFill>
              <a:srgbClr val="0f8d95"/>
            </a:solidFill>
            <a:round/>
          </a:ln>
        </p:spPr>
        <p:style>
          <a:lnRef idx="0"/>
          <a:fillRef idx="0"/>
          <a:effectRef idx="0"/>
          <a:fontRef idx="minor"/>
        </p:style>
        <p:txBody>
          <a:bodyPr lIns="90000" rIns="90000" tIns="6840" bIns="6840" anchor="t">
            <a:noAutofit/>
          </a:bodyPr>
          <a:p>
            <a:endParaRPr b="0" lang="en-US" sz="1800" strike="noStrike" u="none">
              <a:solidFill>
                <a:srgbClr val="ffffff"/>
              </a:solidFill>
              <a:effectLst/>
              <a:uFillTx/>
              <a:latin typeface="Arial"/>
            </a:endParaRPr>
          </a:p>
        </p:txBody>
      </p:sp>
      <p:sp>
        <p:nvSpPr>
          <p:cNvPr id="252" name="Shape 164"/>
          <p:cNvSpPr/>
          <p:nvPr/>
        </p:nvSpPr>
        <p:spPr>
          <a:xfrm>
            <a:off x="5742000" y="5218560"/>
            <a:ext cx="28440" cy="9720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3" name="Shape 165"/>
          <p:cNvSpPr/>
          <p:nvPr/>
        </p:nvSpPr>
        <p:spPr>
          <a:xfrm>
            <a:off x="5799240" y="5167080"/>
            <a:ext cx="28440" cy="14868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4" name="Text 166"/>
          <p:cNvSpPr/>
          <p:nvPr/>
        </p:nvSpPr>
        <p:spPr>
          <a:xfrm>
            <a:off x="5484240" y="5577840"/>
            <a:ext cx="58896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explanation</a:t>
            </a:r>
            <a:endParaRPr b="0" lang="en-US" sz="1050" strike="noStrike" u="none">
              <a:solidFill>
                <a:srgbClr val="000000"/>
              </a:solidFill>
              <a:effectLst/>
              <a:uFillTx/>
              <a:latin typeface="Arial"/>
            </a:endParaRPr>
          </a:p>
        </p:txBody>
      </p:sp>
      <p:sp>
        <p:nvSpPr>
          <p:cNvPr id="255" name="Shape 167"/>
          <p:cNvSpPr/>
          <p:nvPr/>
        </p:nvSpPr>
        <p:spPr>
          <a:xfrm>
            <a:off x="6810120" y="5428080"/>
            <a:ext cx="391320" cy="360"/>
          </a:xfrm>
          <a:prstGeom prst="line">
            <a:avLst/>
          </a:prstGeom>
          <a:ln w="1270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56" name="Shape 168"/>
          <p:cNvSpPr/>
          <p:nvPr/>
        </p:nvSpPr>
        <p:spPr>
          <a:xfrm flipV="1">
            <a:off x="6810120" y="5157000"/>
            <a:ext cx="360" cy="271080"/>
          </a:xfrm>
          <a:prstGeom prst="line">
            <a:avLst/>
          </a:prstGeom>
          <a:ln w="127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57" name="Shape 169"/>
          <p:cNvSpPr/>
          <p:nvPr/>
        </p:nvSpPr>
        <p:spPr>
          <a:xfrm flipV="1">
            <a:off x="6855120" y="5300280"/>
            <a:ext cx="74880" cy="74880"/>
          </a:xfrm>
          <a:prstGeom prst="line">
            <a:avLst/>
          </a:prstGeom>
          <a:ln w="19050">
            <a:solidFill>
              <a:srgbClr val="007274"/>
            </a:solidFill>
            <a:round/>
          </a:ln>
        </p:spPr>
        <p:style>
          <a:lnRef idx="0"/>
          <a:fillRef idx="0"/>
          <a:effectRef idx="0"/>
          <a:fontRef idx="minor"/>
        </p:style>
        <p:txBody>
          <a:bodyPr lIns="90000" rIns="90000" tIns="29880" bIns="29880" anchor="t" anchorCtr="1">
            <a:noAutofit/>
          </a:bodyPr>
          <a:p>
            <a:endParaRPr b="0" lang="en-US" sz="1800" strike="noStrike" u="none">
              <a:solidFill>
                <a:srgbClr val="000000"/>
              </a:solidFill>
              <a:effectLst/>
              <a:uFillTx/>
              <a:latin typeface="Arial"/>
            </a:endParaRPr>
          </a:p>
        </p:txBody>
      </p:sp>
      <p:sp>
        <p:nvSpPr>
          <p:cNvPr id="258" name="Shape 170"/>
          <p:cNvSpPr/>
          <p:nvPr/>
        </p:nvSpPr>
        <p:spPr>
          <a:xfrm>
            <a:off x="6930000" y="5300280"/>
            <a:ext cx="82800" cy="22320"/>
          </a:xfrm>
          <a:prstGeom prst="line">
            <a:avLst/>
          </a:prstGeom>
          <a:ln w="19050">
            <a:solidFill>
              <a:srgbClr val="007274"/>
            </a:solidFill>
            <a:round/>
          </a:ln>
        </p:spPr>
        <p:style>
          <a:lnRef idx="0"/>
          <a:fillRef idx="0"/>
          <a:effectRef idx="0"/>
          <a:fontRef idx="minor"/>
        </p:style>
        <p:txBody>
          <a:bodyPr lIns="90000" rIns="90000" tIns="-22680" bIns="-22680" anchor="t" anchorCtr="1">
            <a:noAutofit/>
          </a:bodyPr>
          <a:p>
            <a:endParaRPr b="0" lang="en-US" sz="1800" strike="noStrike" u="none">
              <a:solidFill>
                <a:srgbClr val="000000"/>
              </a:solidFill>
              <a:effectLst/>
              <a:uFillTx/>
              <a:latin typeface="Arial"/>
            </a:endParaRPr>
          </a:p>
        </p:txBody>
      </p:sp>
      <p:sp>
        <p:nvSpPr>
          <p:cNvPr id="259" name="Shape 171"/>
          <p:cNvSpPr/>
          <p:nvPr/>
        </p:nvSpPr>
        <p:spPr>
          <a:xfrm flipV="1">
            <a:off x="7012800" y="5224680"/>
            <a:ext cx="90720" cy="97920"/>
          </a:xfrm>
          <a:prstGeom prst="line">
            <a:avLst/>
          </a:prstGeom>
          <a:ln w="1905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60" name="Shape 172"/>
          <p:cNvSpPr/>
          <p:nvPr/>
        </p:nvSpPr>
        <p:spPr>
          <a:xfrm flipV="1">
            <a:off x="7103520" y="5179680"/>
            <a:ext cx="67680" cy="45000"/>
          </a:xfrm>
          <a:prstGeom prst="line">
            <a:avLst/>
          </a:prstGeom>
          <a:ln w="19050">
            <a:solidFill>
              <a:srgbClr val="007274"/>
            </a:solidFill>
            <a:round/>
          </a:ln>
        </p:spPr>
        <p:style>
          <a:lnRef idx="0"/>
          <a:fillRef idx="0"/>
          <a:effectRef idx="0"/>
          <a:fontRef idx="minor"/>
        </p:style>
        <p:txBody>
          <a:bodyPr lIns="90000" rIns="90000" tIns="0" bIns="0" anchor="t" anchorCtr="1">
            <a:noAutofit/>
          </a:bodyPr>
          <a:p>
            <a:endParaRPr b="0" lang="en-US" sz="1800" strike="noStrike" u="none">
              <a:solidFill>
                <a:srgbClr val="000000"/>
              </a:solidFill>
              <a:effectLst/>
              <a:uFillTx/>
              <a:latin typeface="Arial"/>
            </a:endParaRPr>
          </a:p>
        </p:txBody>
      </p:sp>
      <p:sp>
        <p:nvSpPr>
          <p:cNvPr id="261" name="Shape 173"/>
          <p:cNvSpPr/>
          <p:nvPr/>
        </p:nvSpPr>
        <p:spPr>
          <a:xfrm>
            <a:off x="6836040" y="5356440"/>
            <a:ext cx="3780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2" name="Shape 174"/>
          <p:cNvSpPr/>
          <p:nvPr/>
        </p:nvSpPr>
        <p:spPr>
          <a:xfrm>
            <a:off x="6911640" y="52815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3" name="Shape 175"/>
          <p:cNvSpPr/>
          <p:nvPr/>
        </p:nvSpPr>
        <p:spPr>
          <a:xfrm>
            <a:off x="6994440" y="530388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4" name="Shape 176"/>
          <p:cNvSpPr/>
          <p:nvPr/>
        </p:nvSpPr>
        <p:spPr>
          <a:xfrm>
            <a:off x="7084800" y="52059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5" name="Shape 177"/>
          <p:cNvSpPr/>
          <p:nvPr/>
        </p:nvSpPr>
        <p:spPr>
          <a:xfrm>
            <a:off x="7152480" y="5160960"/>
            <a:ext cx="37440" cy="37440"/>
          </a:xfrm>
          <a:prstGeom prst="ellipse">
            <a:avLst/>
          </a:prstGeom>
          <a:solidFill>
            <a:srgbClr val="007274"/>
          </a:solidFill>
          <a:ln w="6350">
            <a:solidFill>
              <a:srgbClr val="061f61"/>
            </a:solidFill>
            <a:round/>
          </a:ln>
        </p:spPr>
        <p:style>
          <a:lnRef idx="0"/>
          <a:fillRef idx="0"/>
          <a:effectRef idx="0"/>
          <a:fontRef idx="minor"/>
        </p:style>
        <p:txBody>
          <a:bodyPr lIns="90000" rIns="90000" tIns="-18360" bIns="-18360" anchor="t">
            <a:noAutofit/>
          </a:bodyPr>
          <a:p>
            <a:endParaRPr b="0" lang="en-US" sz="1800" strike="noStrike" u="none">
              <a:solidFill>
                <a:srgbClr val="ffffff"/>
              </a:solidFill>
              <a:effectLst/>
              <a:uFillTx/>
              <a:latin typeface="Arial"/>
            </a:endParaRPr>
          </a:p>
        </p:txBody>
      </p:sp>
      <p:sp>
        <p:nvSpPr>
          <p:cNvPr id="266" name="Shape 178"/>
          <p:cNvSpPr/>
          <p:nvPr/>
        </p:nvSpPr>
        <p:spPr>
          <a:xfrm flipV="1">
            <a:off x="7300800" y="5086440"/>
            <a:ext cx="180000" cy="163800"/>
          </a:xfrm>
          <a:prstGeom prst="line">
            <a:avLst/>
          </a:prstGeom>
          <a:ln w="15240">
            <a:solidFill>
              <a:srgbClr val="007274"/>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67" name="Shape 179"/>
          <p:cNvSpPr/>
          <p:nvPr/>
        </p:nvSpPr>
        <p:spPr>
          <a:xfrm rot="2700000">
            <a:off x="7448040" y="5053680"/>
            <a:ext cx="65160" cy="82080"/>
          </a:xfrm>
          <a:prstGeom prst="triangle">
            <a:avLst>
              <a:gd name="adj" fmla="val 50000"/>
            </a:avLst>
          </a:prstGeom>
          <a:solidFill>
            <a:srgbClr val="007274"/>
          </a:solidFill>
          <a:ln w="12700">
            <a:solidFill>
              <a:srgbClr val="007274"/>
            </a:solidFill>
            <a:round/>
          </a:ln>
        </p:spPr>
        <p:style>
          <a:lnRef idx="0"/>
          <a:fillRef idx="0"/>
          <a:effectRef idx="0"/>
          <a:fontRef idx="minor"/>
        </p:style>
        <p:txBody>
          <a:bodyPr lIns="90000" rIns="90000" tIns="-3600" bIns="-3600" anchor="t">
            <a:noAutofit/>
          </a:bodyPr>
          <a:p>
            <a:endParaRPr b="0" lang="en-US" sz="1800" strike="noStrike" u="none">
              <a:solidFill>
                <a:srgbClr val="ffffff"/>
              </a:solidFill>
              <a:effectLst/>
              <a:uFillTx/>
              <a:latin typeface="Arial"/>
            </a:endParaRPr>
          </a:p>
        </p:txBody>
      </p:sp>
      <p:sp>
        <p:nvSpPr>
          <p:cNvPr id="268" name="Text 180"/>
          <p:cNvSpPr/>
          <p:nvPr/>
        </p:nvSpPr>
        <p:spPr>
          <a:xfrm>
            <a:off x="6785640" y="5577840"/>
            <a:ext cx="58824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prediction</a:t>
            </a:r>
            <a:endParaRPr b="0" lang="en-US" sz="1050" strike="noStrike" u="none">
              <a:solidFill>
                <a:srgbClr val="000000"/>
              </a:solidFill>
              <a:effectLst/>
              <a:uFillTx/>
              <a:latin typeface="Arial"/>
            </a:endParaRPr>
          </a:p>
        </p:txBody>
      </p:sp>
      <p:sp>
        <p:nvSpPr>
          <p:cNvPr id="269" name="Shape 181"/>
          <p:cNvSpPr/>
          <p:nvPr/>
        </p:nvSpPr>
        <p:spPr>
          <a:xfrm>
            <a:off x="8111160" y="5119560"/>
            <a:ext cx="547920" cy="351000"/>
          </a:xfrm>
          <a:prstGeom prst="rect">
            <a:avLst/>
          </a:prstGeom>
          <a:solidFill>
            <a:srgbClr val="ffffff"/>
          </a:solidFill>
          <a:ln w="1397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0" name="Shape 182"/>
          <p:cNvSpPr/>
          <p:nvPr/>
        </p:nvSpPr>
        <p:spPr>
          <a:xfrm>
            <a:off x="8380800" y="5471280"/>
            <a:ext cx="360" cy="90000"/>
          </a:xfrm>
          <a:prstGeom prst="line">
            <a:avLst/>
          </a:prstGeom>
          <a:ln w="1397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71" name="Shape 183"/>
          <p:cNvSpPr/>
          <p:nvPr/>
        </p:nvSpPr>
        <p:spPr>
          <a:xfrm>
            <a:off x="8225280" y="5561280"/>
            <a:ext cx="311040" cy="360"/>
          </a:xfrm>
          <a:prstGeom prst="line">
            <a:avLst/>
          </a:prstGeom>
          <a:ln w="13970">
            <a:solidFill>
              <a:srgbClr val="061f61"/>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72" name="Shape 184"/>
          <p:cNvSpPr/>
          <p:nvPr/>
        </p:nvSpPr>
        <p:spPr>
          <a:xfrm>
            <a:off x="8200800" y="5397480"/>
            <a:ext cx="36720" cy="32400"/>
          </a:xfrm>
          <a:prstGeom prst="rect">
            <a:avLst/>
          </a:prstGeom>
          <a:solidFill>
            <a:srgbClr val="0f8d95"/>
          </a:solidFill>
          <a:ln w="12700">
            <a:solidFill>
              <a:srgbClr val="0f8d95"/>
            </a:solidFill>
            <a:round/>
          </a:ln>
        </p:spPr>
        <p:style>
          <a:lnRef idx="0"/>
          <a:fillRef idx="0"/>
          <a:effectRef idx="0"/>
          <a:fontRef idx="minor"/>
        </p:style>
        <p:txBody>
          <a:bodyPr lIns="90000" rIns="90000" tIns="-12240" bIns="-12240" anchor="t">
            <a:noAutofit/>
          </a:bodyPr>
          <a:p>
            <a:endParaRPr b="0" lang="en-US" sz="1800" strike="noStrike" u="none">
              <a:solidFill>
                <a:srgbClr val="ffffff"/>
              </a:solidFill>
              <a:effectLst/>
              <a:uFillTx/>
              <a:latin typeface="Arial"/>
            </a:endParaRPr>
          </a:p>
        </p:txBody>
      </p:sp>
      <p:sp>
        <p:nvSpPr>
          <p:cNvPr id="273" name="Shape 185"/>
          <p:cNvSpPr/>
          <p:nvPr/>
        </p:nvSpPr>
        <p:spPr>
          <a:xfrm>
            <a:off x="8249760" y="5364720"/>
            <a:ext cx="36360" cy="65160"/>
          </a:xfrm>
          <a:prstGeom prst="rect">
            <a:avLst/>
          </a:prstGeom>
          <a:solidFill>
            <a:srgbClr val="0f8d95"/>
          </a:solidFill>
          <a:ln w="12700">
            <a:solidFill>
              <a:srgbClr val="0f8d95"/>
            </a:solidFill>
            <a:round/>
          </a:ln>
        </p:spPr>
        <p:style>
          <a:lnRef idx="0"/>
          <a:fillRef idx="0"/>
          <a:effectRef idx="0"/>
          <a:fontRef idx="minor"/>
        </p:style>
        <p:txBody>
          <a:bodyPr lIns="90000" rIns="90000" tIns="20520" bIns="20520" anchor="t">
            <a:noAutofit/>
          </a:bodyPr>
          <a:p>
            <a:endParaRPr b="0" lang="en-US" sz="1800" strike="noStrike" u="none">
              <a:solidFill>
                <a:srgbClr val="ffffff"/>
              </a:solidFill>
              <a:effectLst/>
              <a:uFillTx/>
              <a:latin typeface="Arial"/>
            </a:endParaRPr>
          </a:p>
        </p:txBody>
      </p:sp>
      <p:sp>
        <p:nvSpPr>
          <p:cNvPr id="274" name="Shape 186"/>
          <p:cNvSpPr/>
          <p:nvPr/>
        </p:nvSpPr>
        <p:spPr>
          <a:xfrm>
            <a:off x="8299080" y="5307840"/>
            <a:ext cx="36360" cy="12204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5" name="Shape 187"/>
          <p:cNvSpPr/>
          <p:nvPr/>
        </p:nvSpPr>
        <p:spPr>
          <a:xfrm>
            <a:off x="8348400" y="5226120"/>
            <a:ext cx="36000" cy="203760"/>
          </a:xfrm>
          <a:prstGeom prst="rect">
            <a:avLst/>
          </a:prstGeom>
          <a:solidFill>
            <a:srgbClr val="007274"/>
          </a:solidFill>
          <a:ln w="12700">
            <a:solidFill>
              <a:srgbClr val="007274"/>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6" name="Shape 188"/>
          <p:cNvSpPr/>
          <p:nvPr/>
        </p:nvSpPr>
        <p:spPr>
          <a:xfrm>
            <a:off x="8397360" y="5283000"/>
            <a:ext cx="36720" cy="146880"/>
          </a:xfrm>
          <a:prstGeom prst="rect">
            <a:avLst/>
          </a:prstGeom>
          <a:solidFill>
            <a:srgbClr val="0f8d95"/>
          </a:solidFill>
          <a:ln w="12700">
            <a:solidFill>
              <a:srgbClr val="0f8d95"/>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7" name="Shape 189"/>
          <p:cNvSpPr/>
          <p:nvPr/>
        </p:nvSpPr>
        <p:spPr>
          <a:xfrm>
            <a:off x="8446320" y="5348520"/>
            <a:ext cx="36720" cy="81360"/>
          </a:xfrm>
          <a:prstGeom prst="rect">
            <a:avLst/>
          </a:prstGeom>
          <a:solidFill>
            <a:srgbClr val="0f8d95"/>
          </a:solidFill>
          <a:ln w="12700">
            <a:solidFill>
              <a:srgbClr val="0f8d95"/>
            </a:solidFill>
            <a:round/>
          </a:ln>
        </p:spPr>
        <p:style>
          <a:lnRef idx="0"/>
          <a:fillRef idx="0"/>
          <a:effectRef idx="0"/>
          <a:fontRef idx="minor"/>
        </p:style>
        <p:txBody>
          <a:bodyPr lIns="90000" rIns="90000" tIns="36720" bIns="36720" anchor="t">
            <a:noAutofit/>
          </a:bodyPr>
          <a:p>
            <a:endParaRPr b="0" lang="en-US" sz="1800" strike="noStrike" u="none">
              <a:solidFill>
                <a:srgbClr val="ffffff"/>
              </a:solidFill>
              <a:effectLst/>
              <a:uFillTx/>
              <a:latin typeface="Arial"/>
            </a:endParaRPr>
          </a:p>
        </p:txBody>
      </p:sp>
      <p:sp>
        <p:nvSpPr>
          <p:cNvPr id="278" name="Shape 190"/>
          <p:cNvSpPr/>
          <p:nvPr/>
        </p:nvSpPr>
        <p:spPr>
          <a:xfrm>
            <a:off x="8495280" y="5389560"/>
            <a:ext cx="36360" cy="40320"/>
          </a:xfrm>
          <a:prstGeom prst="rect">
            <a:avLst/>
          </a:prstGeom>
          <a:solidFill>
            <a:srgbClr val="0f8d95"/>
          </a:solidFill>
          <a:ln w="12700">
            <a:solidFill>
              <a:srgbClr val="0f8d95"/>
            </a:solidFill>
            <a:round/>
          </a:ln>
        </p:spPr>
        <p:style>
          <a:lnRef idx="0"/>
          <a:fillRef idx="0"/>
          <a:effectRef idx="0"/>
          <a:fontRef idx="minor"/>
        </p:style>
        <p:txBody>
          <a:bodyPr lIns="90000" rIns="90000" tIns="-4320" bIns="-4320" anchor="t">
            <a:noAutofit/>
          </a:bodyPr>
          <a:p>
            <a:endParaRPr b="0" lang="en-US" sz="1800" strike="noStrike" u="none">
              <a:solidFill>
                <a:srgbClr val="ffffff"/>
              </a:solidFill>
              <a:effectLst/>
              <a:uFillTx/>
              <a:latin typeface="Arial"/>
            </a:endParaRPr>
          </a:p>
        </p:txBody>
      </p:sp>
      <p:sp>
        <p:nvSpPr>
          <p:cNvPr id="279" name="Text 191"/>
          <p:cNvSpPr/>
          <p:nvPr/>
        </p:nvSpPr>
        <p:spPr>
          <a:xfrm>
            <a:off x="8102880" y="5577840"/>
            <a:ext cx="57240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simulation</a:t>
            </a:r>
            <a:endParaRPr b="0" lang="en-US" sz="1050" strike="noStrike" u="none">
              <a:solidFill>
                <a:srgbClr val="000000"/>
              </a:solidFill>
              <a:effectLst/>
              <a:uFillTx/>
              <a:latin typeface="Arial"/>
            </a:endParaRPr>
          </a:p>
        </p:txBody>
      </p:sp>
      <p:sp>
        <p:nvSpPr>
          <p:cNvPr id="280" name="Shape 192"/>
          <p:cNvSpPr/>
          <p:nvPr/>
        </p:nvSpPr>
        <p:spPr>
          <a:xfrm>
            <a:off x="9395280" y="5316120"/>
            <a:ext cx="458280" cy="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1" name="Shape 193"/>
          <p:cNvSpPr/>
          <p:nvPr/>
        </p:nvSpPr>
        <p:spPr>
          <a:xfrm flipV="1">
            <a:off x="9640800" y="5119560"/>
            <a:ext cx="228960" cy="19656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2" name="Shape 194"/>
          <p:cNvSpPr/>
          <p:nvPr/>
        </p:nvSpPr>
        <p:spPr>
          <a:xfrm>
            <a:off x="9640800" y="5316120"/>
            <a:ext cx="228960" cy="196200"/>
          </a:xfrm>
          <a:prstGeom prst="line">
            <a:avLst/>
          </a:prstGeom>
          <a:ln w="25400">
            <a:solidFill>
              <a:srgbClr val="061f61"/>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83" name="Shape 195"/>
          <p:cNvSpPr/>
          <p:nvPr/>
        </p:nvSpPr>
        <p:spPr>
          <a:xfrm rot="5400000">
            <a:off x="9837720" y="5275080"/>
            <a:ext cx="81360" cy="8136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84" name="Shape 196"/>
          <p:cNvSpPr/>
          <p:nvPr/>
        </p:nvSpPr>
        <p:spPr>
          <a:xfrm rot="2689200">
            <a:off x="9837360" y="5086800"/>
            <a:ext cx="81720" cy="8136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960" bIns="-3960" anchor="t">
            <a:noAutofit/>
          </a:bodyPr>
          <a:p>
            <a:endParaRPr b="0" lang="en-US" sz="1800" strike="noStrike" u="none">
              <a:solidFill>
                <a:srgbClr val="ffffff"/>
              </a:solidFill>
              <a:effectLst/>
              <a:uFillTx/>
              <a:latin typeface="Arial"/>
            </a:endParaRPr>
          </a:p>
        </p:txBody>
      </p:sp>
      <p:sp>
        <p:nvSpPr>
          <p:cNvPr id="285" name="Shape 197"/>
          <p:cNvSpPr/>
          <p:nvPr/>
        </p:nvSpPr>
        <p:spPr>
          <a:xfrm rot="8110800">
            <a:off x="9837360" y="5470920"/>
            <a:ext cx="81720" cy="82080"/>
          </a:xfrm>
          <a:prstGeom prst="triangle">
            <a:avLst>
              <a:gd name="adj" fmla="val 50000"/>
            </a:avLst>
          </a:prstGeom>
          <a:solidFill>
            <a:srgbClr val="061f61"/>
          </a:solidFill>
          <a:ln w="12700">
            <a:solidFill>
              <a:srgbClr val="061f61"/>
            </a:solidFill>
            <a:round/>
          </a:ln>
        </p:spPr>
        <p:style>
          <a:lnRef idx="0"/>
          <a:fillRef idx="0"/>
          <a:effectRef idx="0"/>
          <a:fontRef idx="minor"/>
        </p:style>
        <p:txBody>
          <a:bodyPr lIns="90000" rIns="90000" tIns="-3600" bIns="-3600" anchor="t">
            <a:noAutofit/>
          </a:bodyPr>
          <a:p>
            <a:endParaRPr b="0" lang="en-US" sz="1800" strike="noStrike" u="none">
              <a:solidFill>
                <a:srgbClr val="ffffff"/>
              </a:solidFill>
              <a:effectLst/>
              <a:uFillTx/>
              <a:latin typeface="Arial"/>
            </a:endParaRPr>
          </a:p>
        </p:txBody>
      </p:sp>
      <p:sp>
        <p:nvSpPr>
          <p:cNvPr id="286" name="Text 198"/>
          <p:cNvSpPr/>
          <p:nvPr/>
        </p:nvSpPr>
        <p:spPr>
          <a:xfrm>
            <a:off x="9297360" y="5577840"/>
            <a:ext cx="801360" cy="1306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1050" strike="noStrike" u="none">
                <a:solidFill>
                  <a:srgbClr val="111111"/>
                </a:solidFill>
                <a:effectLst/>
                <a:uFillTx/>
                <a:latin typeface="Arial"/>
                <a:ea typeface="Arial"/>
              </a:rPr>
              <a:t>scenario testing</a:t>
            </a:r>
            <a:endParaRPr b="0" lang="en-US" sz="1050" strike="noStrike" u="none">
              <a:solidFill>
                <a:srgbClr val="000000"/>
              </a:solidFill>
              <a:effectLst/>
              <a:uFillTx/>
              <a:latin typeface="Arial"/>
            </a:endParaRPr>
          </a:p>
        </p:txBody>
      </p:sp>
      <p:sp>
        <p:nvSpPr>
          <p:cNvPr id="287" name="Shape 199"/>
          <p:cNvSpPr/>
          <p:nvPr/>
        </p:nvSpPr>
        <p:spPr>
          <a:xfrm>
            <a:off x="2514600" y="5823360"/>
            <a:ext cx="7772400" cy="449640"/>
          </a:xfrm>
          <a:prstGeom prst="roundRect">
            <a:avLst>
              <a:gd name="adj" fmla="val 14545"/>
            </a:avLst>
          </a:prstGeom>
          <a:solidFill>
            <a:srgbClr val="ffffff"/>
          </a:solidFill>
          <a:ln w="17780">
            <a:solidFill>
              <a:srgbClr val="061f61"/>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8" name="Text 204"/>
          <p:cNvSpPr/>
          <p:nvPr/>
        </p:nvSpPr>
        <p:spPr>
          <a:xfrm>
            <a:off x="3553560" y="5937840"/>
            <a:ext cx="6480000" cy="228600"/>
          </a:xfrm>
          <a:prstGeom prst="rect">
            <a:avLst/>
          </a:prstGeom>
          <a:noFill/>
          <a:ln w="0">
            <a:noFill/>
          </a:ln>
        </p:spPr>
        <p:style>
          <a:lnRef idx="0"/>
          <a:fillRef idx="0"/>
          <a:effectRef idx="0"/>
          <a:fontRef idx="minor"/>
        </p:style>
        <p:txBody>
          <a:bodyPr lIns="360" rIns="360" tIns="360" bIns="360" anchor="ctr">
            <a:normAutofit fontScale="62500" lnSpcReduction="19999"/>
          </a:bodyPr>
          <a:p>
            <a:pPr defTabSz="914400">
              <a:lnSpc>
                <a:spcPct val="100000"/>
              </a:lnSpc>
              <a:tabLst>
                <a:tab algn="l" pos="0"/>
              </a:tabLst>
            </a:pPr>
            <a:r>
              <a:rPr b="0" lang="en-US" sz="1480" strike="noStrike" u="none">
                <a:solidFill>
                  <a:srgbClr val="061f61"/>
                </a:solidFill>
                <a:effectLst/>
                <a:uFillTx/>
                <a:latin typeface="Arial"/>
                <a:ea typeface="Arial"/>
              </a:rPr>
              <a:t>Healthcare provides real-world data and challenges; </a:t>
            </a:r>
            <a:r>
              <a:rPr b="1" lang="en-US" sz="1480" strike="noStrike" u="none">
                <a:solidFill>
                  <a:srgbClr val="007274"/>
                </a:solidFill>
                <a:effectLst/>
                <a:uFillTx/>
                <a:latin typeface="Arial"/>
                <a:ea typeface="Arial"/>
              </a:rPr>
              <a:t>mathematical modeling</a:t>
            </a:r>
            <a:r>
              <a:rPr b="0" lang="en-US" sz="1480" strike="noStrike" u="none">
                <a:solidFill>
                  <a:srgbClr val="061f61"/>
                </a:solidFill>
                <a:effectLst/>
                <a:uFillTx/>
                <a:latin typeface="Arial"/>
                <a:ea typeface="Arial"/>
              </a:rPr>
              <a:t> transforms them</a:t>
            </a:r>
            <a:endParaRPr b="0" lang="en-US" sz="1480" strike="noStrike" u="none">
              <a:solidFill>
                <a:srgbClr val="000000"/>
              </a:solidFill>
              <a:effectLst/>
              <a:uFillTx/>
              <a:latin typeface="Arial"/>
            </a:endParaRPr>
          </a:p>
          <a:p>
            <a:pPr defTabSz="914400">
              <a:lnSpc>
                <a:spcPct val="100000"/>
              </a:lnSpc>
              <a:tabLst>
                <a:tab algn="l" pos="0"/>
              </a:tabLst>
            </a:pPr>
            <a:r>
              <a:rPr b="0" lang="en-US" sz="1480" strike="noStrike" u="none">
                <a:solidFill>
                  <a:srgbClr val="061f61"/>
                </a:solidFill>
                <a:effectLst/>
                <a:uFillTx/>
                <a:latin typeface="Arial"/>
                <a:ea typeface="Arial"/>
              </a:rPr>
              <a:t>into tools that improve decisions, efficiency, and patient outcomes.</a:t>
            </a:r>
            <a:endParaRPr b="0" lang="en-US" sz="1480" strike="noStrike" u="none">
              <a:solidFill>
                <a:srgbClr val="000000"/>
              </a:solidFill>
              <a:effectLst/>
              <a:uFillTx/>
              <a:latin typeface="Arial"/>
            </a:endParaRPr>
          </a:p>
        </p:txBody>
      </p:sp>
      <p:sp>
        <p:nvSpPr>
          <p:cNvPr id="289" name="Text 52"/>
          <p:cNvSpPr/>
          <p:nvPr/>
        </p:nvSpPr>
        <p:spPr>
          <a:xfrm>
            <a:off x="8116560" y="2514600"/>
            <a:ext cx="798840" cy="3675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700" strike="noStrike" u="none">
                <a:solidFill>
                  <a:srgbClr val="007a78"/>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290" name="Text 53"/>
          <p:cNvSpPr/>
          <p:nvPr/>
        </p:nvSpPr>
        <p:spPr>
          <a:xfrm>
            <a:off x="8078400" y="3732120"/>
            <a:ext cx="841320" cy="3826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700" strike="noStrike" u="none">
                <a:solidFill>
                  <a:srgbClr val="05205f"/>
                </a:solidFill>
                <a:effectLst/>
                <a:uFillTx/>
                <a:latin typeface="Segoe UI Symbol"/>
                <a:ea typeface="Segoe UI Symbol"/>
              </a:rPr>
              <a:t/>
            </a:r>
            <a:r>
              <a:rPr b="0" lang="en-US" sz="2700" strike="noStrike" u="none">
                <a:solidFill>
                  <a:srgbClr val="05205f"/>
                </a:solidFill>
                <a:effectLst/>
                <a:uFillTx/>
                <a:latin typeface="Segoe UI Symbol"/>
                <a:ea typeface="Segoe UI Symbol"/>
              </a:rPr>
              <a:t>?</a:t>
            </a:r>
            <a:r>
              <a:rPr b="0" lang="en-US" sz="2700" strike="noStrike" u="none">
                <a:solidFill>
                  <a:srgbClr val="05205f"/>
                </a:solidFill>
                <a:effectLst/>
                <a:uFillTx/>
                <a:latin typeface="Segoe UI Symbol"/>
                <a:ea typeface="Segoe UI Symbol"/>
              </a:rPr>
              <a:t> </a:t>
            </a:r>
            <a:r>
              <a:rPr b="0" lang="en-US" sz="2700" strike="noStrike" u="none">
                <a:solidFill>
                  <a:srgbClr val="05205f"/>
                </a:solidFill>
                <a:effectLst/>
                <a:uFillTx/>
                <a:latin typeface="Segoe UI Symbol"/>
                <a:ea typeface="Segoe UI Symbol"/>
              </a:rPr>
              <a:t> </a:t>
            </a:r>
            <a:r>
              <a:rPr b="0" lang="en-US" sz="2700" strike="noStrike" u="none">
                <a:solidFill>
                  <a:srgbClr val="05205f"/>
                </a:solidFill>
                <a:effectLst/>
                <a:uFillTx/>
                <a:latin typeface="Segoe UI Symbol"/>
                <a:ea typeface="Segoe UI Symbol"/>
              </a:rPr>
              <a:t/>
            </a:r>
            <a:r>
              <a:rPr b="0" lang="en-US" sz="2700" strike="noStrike" u="none">
                <a:solidFill>
                  <a:srgbClr val="05205f"/>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291" name="Text 54"/>
          <p:cNvSpPr/>
          <p:nvPr/>
        </p:nvSpPr>
        <p:spPr>
          <a:xfrm>
            <a:off x="2514600" y="5823360"/>
            <a:ext cx="462600" cy="34884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Mathemati</a:t>
            </a:r>
            <a:r>
              <a:rPr b="1" lang="en-US" sz="2500" strike="noStrike" u="none" cap="all">
                <a:solidFill>
                  <a:schemeClr val="dk1"/>
                </a:solidFill>
                <a:effectLst/>
                <a:uFillTx/>
                <a:latin typeface="Calibri"/>
                <a:ea typeface="Arial"/>
              </a:rPr>
              <a:t>cal </a:t>
            </a:r>
            <a:r>
              <a:rPr b="1" lang="en-US" sz="2500" strike="noStrike" u="none" cap="all">
                <a:solidFill>
                  <a:schemeClr val="dk1"/>
                </a:solidFill>
                <a:effectLst/>
                <a:uFillTx/>
                <a:latin typeface="Calibri"/>
                <a:ea typeface="Arial"/>
              </a:rPr>
              <a:t>Models to </a:t>
            </a:r>
            <a:r>
              <a:rPr b="1" lang="en-US" sz="2500" strike="noStrike" u="none" cap="all">
                <a:solidFill>
                  <a:schemeClr val="dk1"/>
                </a:solidFill>
                <a:effectLst/>
                <a:uFillTx/>
                <a:latin typeface="Calibri"/>
                <a:ea typeface="Arial"/>
              </a:rPr>
              <a:t>study </a:t>
            </a:r>
            <a:r>
              <a:rPr b="1" lang="en-US" sz="2500" strike="noStrike" u="none" cap="all">
                <a:solidFill>
                  <a:schemeClr val="dk1"/>
                </a:solidFill>
                <a:effectLst/>
                <a:uFillTx/>
                <a:latin typeface="Calibri"/>
                <a:ea typeface="Arial"/>
              </a:rPr>
              <a:t>biology </a:t>
            </a:r>
            <a:r>
              <a:rPr b="1" lang="en-US" sz="2500" strike="noStrike" u="none" cap="all">
                <a:solidFill>
                  <a:schemeClr val="dk1"/>
                </a:solidFill>
                <a:effectLst/>
                <a:uFillTx/>
                <a:latin typeface="Calibri"/>
                <a:ea typeface="Arial"/>
              </a:rPr>
              <a:t>of </a:t>
            </a:r>
            <a:r>
              <a:rPr b="1" lang="en-US" sz="2500" strike="noStrike" u="none" cap="all">
                <a:solidFill>
                  <a:schemeClr val="dk1"/>
                </a:solidFill>
                <a:effectLst/>
                <a:uFillTx/>
                <a:latin typeface="Calibri"/>
                <a:ea typeface="Arial"/>
              </a:rPr>
              <a:t>pathogens</a:t>
            </a:r>
            <a:endParaRPr b="0" lang="en-US" sz="2500" strike="noStrike" u="none">
              <a:solidFill>
                <a:srgbClr val="000000"/>
              </a:solidFill>
              <a:effectLst/>
              <a:uFillTx/>
              <a:latin typeface="Arial"/>
            </a:endParaRPr>
          </a:p>
        </p:txBody>
      </p:sp>
      <p:sp>
        <p:nvSpPr>
          <p:cNvPr id="293" name="Textfeld 1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79C17E90-7669-4876-809C-D437FF7BB60C}"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294" name="Rechteck 10"/>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295" name="Chevron 38"/>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296" name="Chevron 39"/>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297" name="Chevron 40"/>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298" name="Chevron 41"/>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299" name="Text 0"/>
          <p:cNvSpPr/>
          <p:nvPr/>
        </p:nvSpPr>
        <p:spPr>
          <a:xfrm>
            <a:off x="685800" y="1143000"/>
            <a:ext cx="1144800" cy="411480"/>
          </a:xfrm>
          <a:prstGeom prst="rect">
            <a:avLst/>
          </a:prstGeom>
          <a:solidFill>
            <a:srgbClr val="e6f635"/>
          </a:solidFill>
          <a:ln w="0">
            <a:solidFill>
              <a:srgbClr val="e6f635">
                <a:alpha val="0"/>
              </a:srgbClr>
            </a:solidFill>
          </a:ln>
        </p:spPr>
        <p:style>
          <a:lnRef idx="0"/>
          <a:fillRef idx="0"/>
          <a:effectRef idx="0"/>
          <a:fontRef idx="minor"/>
        </p:style>
        <p:txBody>
          <a:bodyPr lIns="90000" rIns="90000" tIns="45000" bIns="45000" anchor="t">
            <a:normAutofit fontScale="85000" lnSpcReduction="9999"/>
          </a:bodyPr>
          <a:p>
            <a:endParaRPr b="0" lang="en-US" sz="1380" strike="noStrike" u="none">
              <a:solidFill>
                <a:schemeClr val="dk1"/>
              </a:solidFill>
              <a:effectLst/>
              <a:uFillTx/>
              <a:latin typeface="Arial"/>
            </a:endParaRPr>
          </a:p>
        </p:txBody>
      </p:sp>
      <p:sp>
        <p:nvSpPr>
          <p:cNvPr id="300" name="Text 2"/>
          <p:cNvSpPr/>
          <p:nvPr/>
        </p:nvSpPr>
        <p:spPr>
          <a:xfrm>
            <a:off x="1830600" y="1143000"/>
            <a:ext cx="252324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Intracellular biology</a:t>
            </a:r>
            <a:endParaRPr b="0" lang="en-US" sz="1380" strike="noStrike" u="none">
              <a:solidFill>
                <a:srgbClr val="000000"/>
              </a:solidFill>
              <a:effectLst/>
              <a:uFillTx/>
              <a:latin typeface="Arial"/>
            </a:endParaRPr>
          </a:p>
        </p:txBody>
      </p:sp>
      <p:sp>
        <p:nvSpPr>
          <p:cNvPr id="301" name="Text 3"/>
          <p:cNvSpPr/>
          <p:nvPr/>
        </p:nvSpPr>
        <p:spPr>
          <a:xfrm>
            <a:off x="4354200" y="1143000"/>
            <a:ext cx="285408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Microbiome ecology</a:t>
            </a:r>
            <a:endParaRPr b="0" lang="en-US" sz="1380" strike="noStrike" u="none">
              <a:solidFill>
                <a:srgbClr val="000000"/>
              </a:solidFill>
              <a:effectLst/>
              <a:uFillTx/>
              <a:latin typeface="Arial"/>
            </a:endParaRPr>
          </a:p>
        </p:txBody>
      </p:sp>
      <p:sp>
        <p:nvSpPr>
          <p:cNvPr id="302" name="Text 4"/>
          <p:cNvSpPr/>
          <p:nvPr/>
        </p:nvSpPr>
        <p:spPr>
          <a:xfrm>
            <a:off x="7208640" y="1143000"/>
            <a:ext cx="245880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Drug action</a:t>
            </a:r>
            <a:endParaRPr b="0" lang="en-US" sz="1380" strike="noStrike" u="none">
              <a:solidFill>
                <a:srgbClr val="000000"/>
              </a:solidFill>
              <a:effectLst/>
              <a:uFillTx/>
              <a:latin typeface="Arial"/>
            </a:endParaRPr>
          </a:p>
        </p:txBody>
      </p:sp>
      <p:sp>
        <p:nvSpPr>
          <p:cNvPr id="303" name="Text 5"/>
          <p:cNvSpPr/>
          <p:nvPr/>
        </p:nvSpPr>
        <p:spPr>
          <a:xfrm>
            <a:off x="9667800" y="1143000"/>
            <a:ext cx="1813680" cy="411480"/>
          </a:xfrm>
          <a:prstGeom prst="rect">
            <a:avLst/>
          </a:prstGeom>
          <a:solidFill>
            <a:srgbClr val="d8e966"/>
          </a:solidFill>
          <a:ln w="0">
            <a:solidFill>
              <a:srgbClr val="d8e96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Epidemiology</a:t>
            </a:r>
            <a:endParaRPr b="0" lang="en-US" sz="1380" strike="noStrike" u="none">
              <a:solidFill>
                <a:srgbClr val="000000"/>
              </a:solidFill>
              <a:effectLst/>
              <a:uFillTx/>
              <a:latin typeface="Arial"/>
            </a:endParaRPr>
          </a:p>
        </p:txBody>
      </p:sp>
      <p:sp>
        <p:nvSpPr>
          <p:cNvPr id="304" name="Text 7"/>
          <p:cNvSpPr/>
          <p:nvPr/>
        </p:nvSpPr>
        <p:spPr>
          <a:xfrm>
            <a:off x="685800" y="1554840"/>
            <a:ext cx="1144800" cy="1173600"/>
          </a:xfrm>
          <a:prstGeom prst="rect">
            <a:avLst/>
          </a:prstGeom>
          <a:solidFill>
            <a:srgbClr val="dff039"/>
          </a:solidFill>
          <a:ln w="0">
            <a:solidFill>
              <a:srgbClr val="dff039">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Model</a:t>
            </a:r>
            <a:endParaRPr b="0" lang="en-US" sz="1380" strike="noStrike" u="none">
              <a:solidFill>
                <a:srgbClr val="000000"/>
              </a:solidFill>
              <a:effectLst/>
              <a:uFillTx/>
              <a:latin typeface="Arial"/>
            </a:endParaRPr>
          </a:p>
        </p:txBody>
      </p:sp>
      <p:sp>
        <p:nvSpPr>
          <p:cNvPr id="305" name="Text 8"/>
          <p:cNvSpPr/>
          <p:nvPr/>
        </p:nvSpPr>
        <p:spPr>
          <a:xfrm>
            <a:off x="1830600" y="1554840"/>
            <a:ext cx="252324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Genome-scale metabolic</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networks and gene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regulation networks</a:t>
            </a:r>
            <a:endParaRPr b="0" lang="en-US" sz="1380" strike="noStrike" u="none">
              <a:solidFill>
                <a:srgbClr val="000000"/>
              </a:solidFill>
              <a:effectLst/>
              <a:uFillTx/>
              <a:latin typeface="Arial"/>
            </a:endParaRPr>
          </a:p>
        </p:txBody>
      </p:sp>
      <p:sp>
        <p:nvSpPr>
          <p:cNvPr id="306" name="Text 9"/>
          <p:cNvSpPr/>
          <p:nvPr/>
        </p:nvSpPr>
        <p:spPr>
          <a:xfrm>
            <a:off x="4354200" y="1554840"/>
            <a:ext cx="285408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Lotka-Volterra models of</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species-species interaction</a:t>
            </a:r>
            <a:endParaRPr b="0" lang="en-US" sz="1380" strike="noStrike" u="none">
              <a:solidFill>
                <a:srgbClr val="000000"/>
              </a:solidFill>
              <a:effectLst/>
              <a:uFillTx/>
              <a:latin typeface="Arial"/>
            </a:endParaRPr>
          </a:p>
        </p:txBody>
      </p:sp>
      <p:sp>
        <p:nvSpPr>
          <p:cNvPr id="307" name="Text 10"/>
          <p:cNvSpPr/>
          <p:nvPr/>
        </p:nvSpPr>
        <p:spPr>
          <a:xfrm>
            <a:off x="7208640" y="1554840"/>
            <a:ext cx="245880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Models of the physical</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chemistry of drugs, their</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interaction with the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pathogen and the host</a:t>
            </a:r>
            <a:endParaRPr b="0" lang="en-US" sz="1380" strike="noStrike" u="none">
              <a:solidFill>
                <a:srgbClr val="000000"/>
              </a:solidFill>
              <a:effectLst/>
              <a:uFillTx/>
              <a:latin typeface="Arial"/>
            </a:endParaRPr>
          </a:p>
        </p:txBody>
      </p:sp>
      <p:sp>
        <p:nvSpPr>
          <p:cNvPr id="308" name="Text 12"/>
          <p:cNvSpPr/>
          <p:nvPr/>
        </p:nvSpPr>
        <p:spPr>
          <a:xfrm>
            <a:off x="9667800" y="1554840"/>
            <a:ext cx="1813680" cy="1173600"/>
          </a:xfrm>
          <a:prstGeom prst="rect">
            <a:avLst/>
          </a:prstGeom>
          <a:solidFill>
            <a:srgbClr val="c5df56"/>
          </a:solidFill>
          <a:ln w="0">
            <a:solidFill>
              <a:srgbClr val="c5df56">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The SIR model</a:t>
            </a:r>
            <a:endParaRPr b="0" lang="en-US" sz="1380" strike="noStrike" u="none">
              <a:solidFill>
                <a:srgbClr val="000000"/>
              </a:solidFill>
              <a:effectLst/>
              <a:uFillTx/>
              <a:latin typeface="Arial"/>
            </a:endParaRPr>
          </a:p>
        </p:txBody>
      </p:sp>
      <p:sp>
        <p:nvSpPr>
          <p:cNvPr id="309" name="Text 13"/>
          <p:cNvSpPr/>
          <p:nvPr/>
        </p:nvSpPr>
        <p:spPr>
          <a:xfrm>
            <a:off x="685800" y="2728440"/>
            <a:ext cx="1144800" cy="1173240"/>
          </a:xfrm>
          <a:prstGeom prst="rect">
            <a:avLst/>
          </a:prstGeom>
          <a:solidFill>
            <a:srgbClr val="7fd279"/>
          </a:solidFill>
          <a:ln w="0">
            <a:solidFill>
              <a:srgbClr val="7fd279">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80" strike="noStrike" u="none">
                <a:solidFill>
                  <a:srgbClr val="1e1e1e"/>
                </a:solidFill>
                <a:effectLst/>
                <a:uFillTx/>
                <a:latin typeface="Arial"/>
                <a:ea typeface="Arial"/>
              </a:rPr>
              <a:t>Elements</a:t>
            </a:r>
            <a:endParaRPr b="0" lang="en-US" sz="1380" strike="noStrike" u="none">
              <a:solidFill>
                <a:srgbClr val="000000"/>
              </a:solidFill>
              <a:effectLst/>
              <a:uFillTx/>
              <a:latin typeface="Arial"/>
            </a:endParaRPr>
          </a:p>
        </p:txBody>
      </p:sp>
      <p:sp>
        <p:nvSpPr>
          <p:cNvPr id="310" name="Text 14"/>
          <p:cNvSpPr/>
          <p:nvPr/>
        </p:nvSpPr>
        <p:spPr>
          <a:xfrm>
            <a:off x="1830600" y="2728440"/>
            <a:ext cx="252324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Metabolic flux; gene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expression</a:t>
            </a:r>
            <a:endParaRPr b="0" lang="en-US" sz="1380" strike="noStrike" u="none">
              <a:solidFill>
                <a:srgbClr val="000000"/>
              </a:solidFill>
              <a:effectLst/>
              <a:uFillTx/>
              <a:latin typeface="Arial"/>
            </a:endParaRPr>
          </a:p>
        </p:txBody>
      </p:sp>
      <p:sp>
        <p:nvSpPr>
          <p:cNvPr id="311" name="Text 32"/>
          <p:cNvSpPr/>
          <p:nvPr/>
        </p:nvSpPr>
        <p:spPr>
          <a:xfrm>
            <a:off x="4354200" y="2728440"/>
            <a:ext cx="285408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Species of microbes in the gut</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microbiome, such as</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commensal and pathogenic</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bacteria and fungi</a:t>
            </a:r>
            <a:endParaRPr b="0" lang="en-US" sz="1380" strike="noStrike" u="none">
              <a:solidFill>
                <a:srgbClr val="000000"/>
              </a:solidFill>
              <a:effectLst/>
              <a:uFillTx/>
              <a:latin typeface="Arial"/>
            </a:endParaRPr>
          </a:p>
        </p:txBody>
      </p:sp>
      <p:sp>
        <p:nvSpPr>
          <p:cNvPr id="312" name="Text 33"/>
          <p:cNvSpPr/>
          <p:nvPr/>
        </p:nvSpPr>
        <p:spPr>
          <a:xfrm>
            <a:off x="7208640" y="2728440"/>
            <a:ext cx="245880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Factors such as anti-</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microbial susceptibility</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in vitro, host state, and</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clinical metadata</a:t>
            </a:r>
            <a:endParaRPr b="0" lang="en-US" sz="1380" strike="noStrike" u="none">
              <a:solidFill>
                <a:srgbClr val="000000"/>
              </a:solidFill>
              <a:effectLst/>
              <a:uFillTx/>
              <a:latin typeface="Arial"/>
            </a:endParaRPr>
          </a:p>
        </p:txBody>
      </p:sp>
      <p:sp>
        <p:nvSpPr>
          <p:cNvPr id="313" name="Text 34"/>
          <p:cNvSpPr/>
          <p:nvPr/>
        </p:nvSpPr>
        <p:spPr>
          <a:xfrm>
            <a:off x="9667800" y="2728440"/>
            <a:ext cx="1813680" cy="1173240"/>
          </a:xfrm>
          <a:prstGeom prst="rect">
            <a:avLst/>
          </a:prstGeom>
          <a:solidFill>
            <a:srgbClr val="78c77d"/>
          </a:solidFill>
          <a:ln w="0">
            <a:solidFill>
              <a:srgbClr val="78c77d">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80" strike="noStrike" u="none">
                <a:solidFill>
                  <a:srgbClr val="1e1e1e"/>
                </a:solidFill>
                <a:effectLst/>
                <a:uFillTx/>
                <a:latin typeface="Arial"/>
                <a:ea typeface="Arial"/>
              </a:rPr>
              <a:t>The individuals</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spreading the</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disease in a</a:t>
            </a:r>
            <a:endParaRPr b="0" lang="en-US" sz="1380" strike="noStrike" u="none">
              <a:solidFill>
                <a:srgbClr val="000000"/>
              </a:solidFill>
              <a:effectLst/>
              <a:uFillTx/>
              <a:latin typeface="Arial"/>
            </a:endParaRPr>
          </a:p>
          <a:p>
            <a:pPr defTabSz="914400">
              <a:lnSpc>
                <a:spcPct val="100000"/>
              </a:lnSpc>
              <a:tabLst>
                <a:tab algn="l" pos="0"/>
              </a:tabLst>
            </a:pPr>
            <a:r>
              <a:rPr b="0" lang="en-US" sz="1380" strike="noStrike" u="none">
                <a:solidFill>
                  <a:srgbClr val="1e1e1e"/>
                </a:solidFill>
                <a:effectLst/>
                <a:uFillTx/>
                <a:latin typeface="Arial"/>
                <a:ea typeface="Arial"/>
              </a:rPr>
              <a:t>population</a:t>
            </a:r>
            <a:endParaRPr b="0" lang="en-US" sz="1380" strike="noStrike" u="none">
              <a:solidFill>
                <a:srgbClr val="000000"/>
              </a:solidFill>
              <a:effectLst/>
              <a:uFillTx/>
              <a:latin typeface="Arial"/>
            </a:endParaRPr>
          </a:p>
        </p:txBody>
      </p:sp>
      <p:sp>
        <p:nvSpPr>
          <p:cNvPr id="314" name="Text 35"/>
          <p:cNvSpPr/>
          <p:nvPr/>
        </p:nvSpPr>
        <p:spPr>
          <a:xfrm>
            <a:off x="685800" y="3902040"/>
            <a:ext cx="1144800" cy="1812960"/>
          </a:xfrm>
          <a:prstGeom prst="rect">
            <a:avLst/>
          </a:prstGeom>
          <a:solidFill>
            <a:srgbClr val="8bd5b0"/>
          </a:solidFill>
          <a:ln w="0">
            <a:solidFill>
              <a:srgbClr val="8bd5b0">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1" lang="en-US" sz="1350" strike="noStrike" u="none">
                <a:solidFill>
                  <a:srgbClr val="1e1e1e"/>
                </a:solidFill>
                <a:effectLst/>
                <a:uFillTx/>
                <a:latin typeface="Arial"/>
                <a:ea typeface="Arial"/>
              </a:rPr>
              <a:t>Examples of</a:t>
            </a:r>
            <a:endParaRPr b="0" lang="en-US" sz="1350" strike="noStrike" u="none">
              <a:solidFill>
                <a:srgbClr val="000000"/>
              </a:solidFill>
              <a:effectLst/>
              <a:uFillTx/>
              <a:latin typeface="Arial"/>
            </a:endParaRPr>
          </a:p>
          <a:p>
            <a:pPr defTabSz="914400">
              <a:lnSpc>
                <a:spcPct val="100000"/>
              </a:lnSpc>
              <a:tabLst>
                <a:tab algn="l" pos="0"/>
              </a:tabLst>
            </a:pPr>
            <a:r>
              <a:rPr b="1" lang="en-US" sz="1350" strike="noStrike" u="none">
                <a:solidFill>
                  <a:srgbClr val="1e1e1e"/>
                </a:solidFill>
                <a:effectLst/>
                <a:uFillTx/>
                <a:latin typeface="Arial"/>
                <a:ea typeface="Arial"/>
              </a:rPr>
              <a:t>uses</a:t>
            </a:r>
            <a:endParaRPr b="0" lang="en-US" sz="1350" strike="noStrike" u="none">
              <a:solidFill>
                <a:srgbClr val="000000"/>
              </a:solidFill>
              <a:effectLst/>
              <a:uFillTx/>
              <a:latin typeface="Arial"/>
            </a:endParaRPr>
          </a:p>
        </p:txBody>
      </p:sp>
      <p:sp>
        <p:nvSpPr>
          <p:cNvPr id="315" name="Text 36"/>
          <p:cNvSpPr/>
          <p:nvPr/>
        </p:nvSpPr>
        <p:spPr>
          <a:xfrm>
            <a:off x="1830600" y="3902040"/>
            <a:ext cx="252324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Design perturbations to</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impact pathogen</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physiology and hinder</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its virulence; predict drug</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targets; study mechanism</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of drug resistance</a:t>
            </a:r>
            <a:endParaRPr b="0" lang="en-US" sz="1340" strike="noStrike" u="none">
              <a:solidFill>
                <a:srgbClr val="000000"/>
              </a:solidFill>
              <a:effectLst/>
              <a:uFillTx/>
              <a:latin typeface="Arial"/>
            </a:endParaRPr>
          </a:p>
        </p:txBody>
      </p:sp>
      <p:sp>
        <p:nvSpPr>
          <p:cNvPr id="316" name="Text 37"/>
          <p:cNvSpPr/>
          <p:nvPr/>
        </p:nvSpPr>
        <p:spPr>
          <a:xfrm>
            <a:off x="4354200" y="3902040"/>
            <a:ext cx="285408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Identify gut bacteria that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may combat pathogens;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design mixtures of</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bacteria to use as probiotics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and restore gut health</a:t>
            </a:r>
            <a:endParaRPr b="0" lang="en-US" sz="1340" strike="noStrike" u="none">
              <a:solidFill>
                <a:srgbClr val="000000"/>
              </a:solidFill>
              <a:effectLst/>
              <a:uFillTx/>
              <a:latin typeface="Arial"/>
            </a:endParaRPr>
          </a:p>
        </p:txBody>
      </p:sp>
      <p:sp>
        <p:nvSpPr>
          <p:cNvPr id="317" name="Text 38"/>
          <p:cNvSpPr/>
          <p:nvPr/>
        </p:nvSpPr>
        <p:spPr>
          <a:xfrm>
            <a:off x="7208640" y="3902040"/>
            <a:ext cx="245880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Understand why a drug</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that works in vitro fails</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to treat a patient;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design new treatment</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strategies</a:t>
            </a:r>
            <a:endParaRPr b="0" lang="en-US" sz="1340" strike="noStrike" u="none">
              <a:solidFill>
                <a:srgbClr val="000000"/>
              </a:solidFill>
              <a:effectLst/>
              <a:uFillTx/>
              <a:latin typeface="Arial"/>
            </a:endParaRPr>
          </a:p>
        </p:txBody>
      </p:sp>
      <p:sp>
        <p:nvSpPr>
          <p:cNvPr id="318" name="Text 39"/>
          <p:cNvSpPr/>
          <p:nvPr/>
        </p:nvSpPr>
        <p:spPr>
          <a:xfrm>
            <a:off x="9667800" y="3902040"/>
            <a:ext cx="1813680" cy="1812960"/>
          </a:xfrm>
          <a:prstGeom prst="rect">
            <a:avLst/>
          </a:prstGeom>
          <a:solidFill>
            <a:srgbClr val="85ccaa"/>
          </a:solidFill>
          <a:ln w="0">
            <a:solidFill>
              <a:srgbClr val="85ccaa">
                <a:alpha val="0"/>
              </a:srgbClr>
            </a:solidFill>
          </a:ln>
        </p:spPr>
        <p:style>
          <a:lnRef idx="0"/>
          <a:fillRef idx="0"/>
          <a:effectRef idx="0"/>
          <a:fontRef idx="minor"/>
        </p:style>
        <p:txBody>
          <a:bodyPr lIns="90000" rIns="90000" tIns="45000" bIns="45000" anchor="t">
            <a:normAutofit/>
          </a:bodyPr>
          <a:p>
            <a:pPr defTabSz="914400">
              <a:lnSpc>
                <a:spcPct val="100000"/>
              </a:lnSpc>
              <a:tabLst>
                <a:tab algn="l" pos="0"/>
              </a:tabLst>
            </a:pPr>
            <a:r>
              <a:rPr b="0" lang="en-US" sz="1340" strike="noStrike" u="none">
                <a:solidFill>
                  <a:srgbClr val="1e1e1e"/>
                </a:solidFill>
                <a:effectLst/>
                <a:uFillTx/>
                <a:latin typeface="Arial"/>
                <a:ea typeface="Arial"/>
              </a:rPr>
              <a:t>Predict the</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duration of an</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epidemic; compare</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measures to stop</a:t>
            </a:r>
            <a:endParaRPr b="0" lang="en-US" sz="1340" strike="noStrike" u="none">
              <a:solidFill>
                <a:srgbClr val="000000"/>
              </a:solidFill>
              <a:effectLst/>
              <a:uFillTx/>
              <a:latin typeface="Arial"/>
            </a:endParaRPr>
          </a:p>
          <a:p>
            <a:pPr defTabSz="914400">
              <a:lnSpc>
                <a:spcPct val="100000"/>
              </a:lnSpc>
              <a:tabLst>
                <a:tab algn="l" pos="0"/>
              </a:tabLst>
            </a:pPr>
            <a:r>
              <a:rPr b="0" lang="en-US" sz="1340" strike="noStrike" u="none">
                <a:solidFill>
                  <a:srgbClr val="1e1e1e"/>
                </a:solidFill>
                <a:effectLst/>
                <a:uFillTx/>
                <a:latin typeface="Arial"/>
                <a:ea typeface="Arial"/>
              </a:rPr>
              <a:t>the spread</a:t>
            </a:r>
            <a:endParaRPr b="0" lang="en-US" sz="134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h</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k</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h</a:t>
            </a:r>
            <a:endParaRPr b="0" lang="en-US" sz="2500" strike="noStrike" u="none">
              <a:solidFill>
                <a:srgbClr val="000000"/>
              </a:solidFill>
              <a:effectLst/>
              <a:uFillTx/>
              <a:latin typeface="Arial"/>
            </a:endParaRPr>
          </a:p>
        </p:txBody>
      </p:sp>
      <p:sp>
        <p:nvSpPr>
          <p:cNvPr id="320" name="Textfeld 1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FD31D22C-F39B-42B1-A788-2EA34AD01BCF}"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21" name="Rechteck 8"/>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22" name="Textfeld 12"/>
          <p:cNvSpPr/>
          <p:nvPr/>
        </p:nvSpPr>
        <p:spPr>
          <a:xfrm>
            <a:off x="1032120" y="1143000"/>
            <a:ext cx="10505880" cy="259992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Approaches to study biological insights, which separate their components and study them separately called reductionist.</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Approaches, which take in consideration at all components of the biological  system are called “system Thinking”. Using the system thinking approach can provide insights that might not be obtained by the purely reductionist approach.</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Infectious disease studies profit from a “system” approach, taking into account the interactions between the infectious agent, the host, the different environmental factors, and parameters modeling the infection.</a:t>
            </a: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23" name="Chevron 26"/>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24" name="Chevron 27"/>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25" name="Chevron 28"/>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26" name="Chevron 29"/>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pic>
        <p:nvPicPr>
          <p:cNvPr id="327" name="" descr=""/>
          <p:cNvPicPr/>
          <p:nvPr/>
        </p:nvPicPr>
        <p:blipFill>
          <a:blip r:embed="rId1"/>
          <a:stretch/>
        </p:blipFill>
        <p:spPr>
          <a:xfrm>
            <a:off x="4343400" y="3649680"/>
            <a:ext cx="3428640" cy="297936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Parameters governing </a:t>
            </a:r>
            <a:r>
              <a:rPr b="1" lang="en-US" sz="2500" strike="noStrike" u="none" cap="all">
                <a:solidFill>
                  <a:schemeClr val="dk1"/>
                </a:solidFill>
                <a:effectLst/>
                <a:uFillTx/>
                <a:latin typeface="Calibri"/>
                <a:ea typeface="Arial"/>
              </a:rPr>
              <a:t>infectious diseases</a:t>
            </a:r>
            <a:endParaRPr b="0" lang="en-US" sz="2500" strike="noStrike" u="none">
              <a:solidFill>
                <a:srgbClr val="000000"/>
              </a:solidFill>
              <a:effectLst/>
              <a:uFillTx/>
              <a:latin typeface="Arial"/>
            </a:endParaRPr>
          </a:p>
        </p:txBody>
      </p:sp>
      <p:sp>
        <p:nvSpPr>
          <p:cNvPr id="329" name="Textfeld 3"/>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C85E36B8-A935-48EF-A106-BA11791DC150}"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30" name="Rechteck 1"/>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31" name="Textfeld 6"/>
          <p:cNvSpPr/>
          <p:nvPr/>
        </p:nvSpPr>
        <p:spPr>
          <a:xfrm>
            <a:off x="1032120" y="1143000"/>
            <a:ext cx="10505880" cy="40114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Infection results from a combination of processes that range widely in scale: </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biological molecules involved in the intracellular metabolism of pathogens to the interactions between individual people who may host and spread a virus across a population.</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countless infectious agents, which can infect a host (human, plant, or animal), which can be transmitted directly (oral, fluids, respiration) or indirectly (intermediate  carrier like mosquitoes)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infectious disease propagation potential depends on the parameters of the infectious agent and parameters of host dynamics behavior.</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Despite the wide range of scales, in each of these processes the behavior of the system results from the interactions between many elements</a:t>
            </a:r>
            <a:endParaRPr b="0" lang="en-US" sz="16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32" name="Chevron 1"/>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33" name="Chevron 2"/>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34" name="Chevron 3"/>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35" name="Chevron 4"/>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Epidemiology and INFECTIOUS DISEASE </a:t>
            </a:r>
            <a:r>
              <a:rPr b="1" lang="en-US" sz="2500" strike="noStrike" u="none" cap="all">
                <a:solidFill>
                  <a:schemeClr val="dk1"/>
                </a:solidFill>
                <a:effectLst/>
                <a:uFillTx/>
                <a:latin typeface="Calibri"/>
                <a:ea typeface="Arial"/>
              </a:rPr>
              <a:t>MODELING </a:t>
            </a:r>
            <a:endParaRPr b="0" lang="en-US" sz="2500" strike="noStrike" u="none">
              <a:solidFill>
                <a:srgbClr val="000000"/>
              </a:solidFill>
              <a:effectLst/>
              <a:uFillTx/>
              <a:latin typeface="Arial"/>
            </a:endParaRPr>
          </a:p>
        </p:txBody>
      </p:sp>
      <p:sp>
        <p:nvSpPr>
          <p:cNvPr id="337" name="Textfeld 1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0BFC6DA-FB44-4D72-A389-8C7206448B2D}"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38" name="Rechteck 11"/>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39" name="Textfeld 19"/>
          <p:cNvSpPr/>
          <p:nvPr/>
        </p:nvSpPr>
        <p:spPr>
          <a:xfrm>
            <a:off x="1032120" y="1143000"/>
            <a:ext cx="10505880" cy="348984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Epidemiology is a scientific discipline that studies the distribution, patterns, and determinants of infectious diseases in specific populations but also disease such as cancer or diabetes.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The mathematical modeling in epidemiology is broadly used specifically for infectious diseases to understand ad predict propagation of these diseases.</a:t>
            </a:r>
            <a:endParaRPr b="0" lang="en-US"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600" strike="noStrike" u="none">
                <a:solidFill>
                  <a:schemeClr val="dk1"/>
                </a:solidFill>
                <a:effectLst/>
                <a:uFillTx/>
                <a:latin typeface="Calibri"/>
                <a:ea typeface="Arial"/>
              </a:rPr>
              <a:t>Exemplary questions answered by mathematical modeling of infectious diseases for healthcare purposes:</a:t>
            </a:r>
            <a:endParaRPr b="0" lang="en-US" sz="1600" strike="noStrike" u="none">
              <a:solidFill>
                <a:srgbClr val="000000"/>
              </a:solidFill>
              <a:effectLst/>
              <a:uFillTx/>
              <a:latin typeface="Arial"/>
            </a:endParaRPr>
          </a:p>
          <a:p>
            <a:pPr lvl="2" marL="648000" indent="-216000" defTabSz="914400">
              <a:lnSpc>
                <a:spcPct val="100000"/>
              </a:lnSpc>
              <a:spcBef>
                <a:spcPts val="1191"/>
              </a:spcBef>
              <a:spcAft>
                <a:spcPts val="992"/>
              </a:spcAft>
              <a:buClr>
                <a:srgbClr val="000000"/>
              </a:buClr>
              <a:buSzPct val="45000"/>
              <a:buFont typeface="Wingdings" charset="2"/>
              <a:buChar char=""/>
            </a:pPr>
            <a:r>
              <a:rPr b="1" lang="en-US" sz="1800" strike="noStrike" u="none">
                <a:solidFill>
                  <a:schemeClr val="dk1"/>
                </a:solidFill>
                <a:effectLst/>
                <a:uFillTx/>
                <a:latin typeface="Calibri"/>
                <a:ea typeface="Arial"/>
              </a:rPr>
              <a:t>How does an outbreak spread in a population of people that interact frequently?</a:t>
            </a:r>
            <a:endParaRPr b="0" lang="en-US" sz="1800" strike="noStrike" u="none">
              <a:solidFill>
                <a:srgbClr val="000000"/>
              </a:solidFill>
              <a:effectLst/>
              <a:uFillTx/>
              <a:latin typeface="Arial"/>
            </a:endParaRPr>
          </a:p>
          <a:p>
            <a:pPr lvl="2" marL="648000" indent="-216000" defTabSz="914400">
              <a:lnSpc>
                <a:spcPct val="100000"/>
              </a:lnSpc>
              <a:spcBef>
                <a:spcPts val="1191"/>
              </a:spcBef>
              <a:spcAft>
                <a:spcPts val="992"/>
              </a:spcAft>
              <a:buClr>
                <a:srgbClr val="000000"/>
              </a:buClr>
              <a:buSzPct val="45000"/>
              <a:buFont typeface="Wingdings" charset="2"/>
              <a:buChar char=""/>
            </a:pPr>
            <a:r>
              <a:rPr b="1" lang="en-US" sz="1800" strike="noStrike" u="none">
                <a:solidFill>
                  <a:schemeClr val="dk1"/>
                </a:solidFill>
                <a:effectLst/>
                <a:uFillTx/>
                <a:latin typeface="Calibri"/>
                <a:ea typeface="Arial"/>
              </a:rPr>
              <a:t>Which measurements have to be taken to hold the spread of infection under a threshold? </a:t>
            </a: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340" name="Chevron 53"/>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41" name="Chevron 54"/>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42" name="Chevron 55"/>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43" name="Chevron 56"/>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Epid</a:t>
            </a:r>
            <a:r>
              <a:rPr b="1" lang="en-US" sz="2500" strike="noStrike" u="none" cap="all">
                <a:solidFill>
                  <a:schemeClr val="dk1"/>
                </a:solidFill>
                <a:effectLst/>
                <a:uFillTx/>
                <a:latin typeface="Calibri"/>
                <a:ea typeface="Arial"/>
              </a:rPr>
              <a:t>emi</a:t>
            </a:r>
            <a:r>
              <a:rPr b="1" lang="en-US" sz="2500" strike="noStrike" u="none" cap="all">
                <a:solidFill>
                  <a:schemeClr val="dk1"/>
                </a:solidFill>
                <a:effectLst/>
                <a:uFillTx/>
                <a:latin typeface="Calibri"/>
                <a:ea typeface="Arial"/>
              </a:rPr>
              <a:t>olo</a:t>
            </a:r>
            <a:r>
              <a:rPr b="1" lang="en-US" sz="2500" strike="noStrike" u="none" cap="all">
                <a:solidFill>
                  <a:schemeClr val="dk1"/>
                </a:solidFill>
                <a:effectLst/>
                <a:uFillTx/>
                <a:latin typeface="Calibri"/>
                <a:ea typeface="Arial"/>
              </a:rPr>
              <a:t>gy </a:t>
            </a:r>
            <a:r>
              <a:rPr b="1" lang="en-US" sz="2500" strike="noStrike" u="none" cap="all">
                <a:solidFill>
                  <a:schemeClr val="dk1"/>
                </a:solidFill>
                <a:effectLst/>
                <a:uFillTx/>
                <a:latin typeface="Calibri"/>
                <a:ea typeface="Arial"/>
              </a:rPr>
              <a:t>and </a:t>
            </a:r>
            <a:r>
              <a:rPr b="1" lang="en-US" sz="2500" strike="noStrike" u="none" cap="all">
                <a:solidFill>
                  <a:schemeClr val="dk1"/>
                </a:solidFill>
                <a:effectLst/>
                <a:uFillTx/>
                <a:latin typeface="Calibri"/>
                <a:ea typeface="Arial"/>
              </a:rPr>
              <a:t>INFE</a:t>
            </a:r>
            <a:r>
              <a:rPr b="1" lang="en-US" sz="2500" strike="noStrike" u="none" cap="all">
                <a:solidFill>
                  <a:schemeClr val="dk1"/>
                </a:solidFill>
                <a:effectLst/>
                <a:uFillTx/>
                <a:latin typeface="Calibri"/>
                <a:ea typeface="Arial"/>
              </a:rPr>
              <a:t>CTI</a:t>
            </a:r>
            <a:r>
              <a:rPr b="1" lang="en-US" sz="2500" strike="noStrike" u="none" cap="all">
                <a:solidFill>
                  <a:schemeClr val="dk1"/>
                </a:solidFill>
                <a:effectLst/>
                <a:uFillTx/>
                <a:latin typeface="Calibri"/>
                <a:ea typeface="Arial"/>
              </a:rPr>
              <a:t>OUS </a:t>
            </a:r>
            <a:r>
              <a:rPr b="1" lang="en-US" sz="2500" strike="noStrike" u="none" cap="all">
                <a:solidFill>
                  <a:schemeClr val="dk1"/>
                </a:solidFill>
                <a:effectLst/>
                <a:uFillTx/>
                <a:latin typeface="Calibri"/>
                <a:ea typeface="Arial"/>
              </a:rPr>
              <a:t>DISE</a:t>
            </a:r>
            <a:r>
              <a:rPr b="1" lang="en-US" sz="2500" strike="noStrike" u="none" cap="all">
                <a:solidFill>
                  <a:schemeClr val="dk1"/>
                </a:solidFill>
                <a:effectLst/>
                <a:uFillTx/>
                <a:latin typeface="Calibri"/>
                <a:ea typeface="Arial"/>
              </a:rPr>
              <a:t>ASE </a:t>
            </a:r>
            <a:r>
              <a:rPr b="1" lang="en-US" sz="2500" strike="noStrike" u="none" cap="all">
                <a:solidFill>
                  <a:schemeClr val="dk1"/>
                </a:solidFill>
                <a:effectLst/>
                <a:uFillTx/>
                <a:latin typeface="Calibri"/>
                <a:ea typeface="Arial"/>
              </a:rPr>
              <a:t>MO</a:t>
            </a:r>
            <a:r>
              <a:rPr b="1" lang="en-US" sz="2500" strike="noStrike" u="none" cap="all">
                <a:solidFill>
                  <a:schemeClr val="dk1"/>
                </a:solidFill>
                <a:effectLst/>
                <a:uFillTx/>
                <a:latin typeface="Calibri"/>
                <a:ea typeface="Arial"/>
              </a:rPr>
              <a:t>DELI</a:t>
            </a:r>
            <a:r>
              <a:rPr b="1" lang="en-US" sz="2500" strike="noStrike" u="none" cap="all">
                <a:solidFill>
                  <a:schemeClr val="dk1"/>
                </a:solidFill>
                <a:effectLst/>
                <a:uFillTx/>
                <a:latin typeface="Calibri"/>
                <a:ea typeface="Arial"/>
              </a:rPr>
              <a:t>NG </a:t>
            </a:r>
            <a:endParaRPr b="0" lang="en-US" sz="2500" strike="noStrike" u="none">
              <a:solidFill>
                <a:srgbClr val="000000"/>
              </a:solidFill>
              <a:effectLst/>
              <a:uFillTx/>
              <a:latin typeface="Arial"/>
            </a:endParaRPr>
          </a:p>
        </p:txBody>
      </p:sp>
      <p:sp>
        <p:nvSpPr>
          <p:cNvPr id="345" name="Textfeld 3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6A7B31C5-50BA-48A3-802B-4A0EA8127228}"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346" name="Rechteck 13"/>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347" name="Chevron 61"/>
          <p:cNvSpPr/>
          <p:nvPr/>
        </p:nvSpPr>
        <p:spPr>
          <a:xfrm>
            <a:off x="926280" y="55224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348" name="Chevron 62"/>
          <p:cNvSpPr/>
          <p:nvPr/>
        </p:nvSpPr>
        <p:spPr>
          <a:xfrm>
            <a:off x="87948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349" name="Chevron 63"/>
          <p:cNvSpPr/>
          <p:nvPr/>
        </p:nvSpPr>
        <p:spPr>
          <a:xfrm>
            <a:off x="617220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350" name="Chevron 64"/>
          <p:cNvSpPr/>
          <p:nvPr/>
        </p:nvSpPr>
        <p:spPr>
          <a:xfrm>
            <a:off x="3629160" y="54576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351" name="Shape 21"/>
          <p:cNvSpPr/>
          <p:nvPr/>
        </p:nvSpPr>
        <p:spPr>
          <a:xfrm>
            <a:off x="1270800" y="1263600"/>
            <a:ext cx="2675880" cy="3628800"/>
          </a:xfrm>
          <a:prstGeom prst="roundRect">
            <a:avLst>
              <a:gd name="adj" fmla="val 2516"/>
            </a:avLst>
          </a:prstGeom>
          <a:noFill/>
          <a:ln w="1905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2" name="Shape 22"/>
          <p:cNvSpPr/>
          <p:nvPr/>
        </p:nvSpPr>
        <p:spPr>
          <a:xfrm>
            <a:off x="4367880" y="1263600"/>
            <a:ext cx="3180960" cy="3383640"/>
          </a:xfrm>
          <a:prstGeom prst="roundRect">
            <a:avLst>
              <a:gd name="adj" fmla="val 2116"/>
            </a:avLst>
          </a:prstGeom>
          <a:noFill/>
          <a:ln w="1905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3" name="Shape 27"/>
          <p:cNvSpPr/>
          <p:nvPr/>
        </p:nvSpPr>
        <p:spPr>
          <a:xfrm>
            <a:off x="8070840" y="1263600"/>
            <a:ext cx="3130560" cy="3024000"/>
          </a:xfrm>
          <a:prstGeom prst="roundRect">
            <a:avLst>
              <a:gd name="adj" fmla="val 2151"/>
            </a:avLst>
          </a:prstGeom>
          <a:noFill/>
          <a:ln w="1905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4" name="Text 123"/>
          <p:cNvSpPr/>
          <p:nvPr/>
        </p:nvSpPr>
        <p:spPr>
          <a:xfrm>
            <a:off x="1396800" y="1370880"/>
            <a:ext cx="2423880" cy="32112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1" lang="en-US" sz="1600" strike="noStrike" u="none">
                <a:solidFill>
                  <a:srgbClr val="05205f"/>
                </a:solidFill>
                <a:effectLst/>
                <a:uFillTx/>
                <a:latin typeface="Aptos"/>
                <a:ea typeface="Aptos"/>
              </a:rPr>
              <a:t>Real-</a:t>
            </a:r>
            <a:r>
              <a:rPr b="1" lang="en-US" sz="1600" strike="noStrike" u="none">
                <a:solidFill>
                  <a:srgbClr val="05205f"/>
                </a:solidFill>
                <a:effectLst/>
                <a:uFillTx/>
                <a:latin typeface="Aptos"/>
                <a:ea typeface="Aptos"/>
              </a:rPr>
              <a:t>worl</a:t>
            </a:r>
            <a:r>
              <a:rPr b="1" lang="en-US" sz="1600" strike="noStrike" u="none">
                <a:solidFill>
                  <a:srgbClr val="05205f"/>
                </a:solidFill>
                <a:effectLst/>
                <a:uFillTx/>
                <a:latin typeface="Aptos"/>
                <a:ea typeface="Aptos"/>
              </a:rPr>
              <a:t>d</a:t>
            </a:r>
            <a:endParaRPr b="0" lang="en-US" sz="1600" strike="noStrike" u="none">
              <a:solidFill>
                <a:srgbClr val="000000"/>
              </a:solidFill>
              <a:effectLst/>
              <a:uFillTx/>
              <a:latin typeface="Arial"/>
            </a:endParaRPr>
          </a:p>
          <a:p>
            <a:pPr algn="ctr" defTabSz="914400">
              <a:lnSpc>
                <a:spcPct val="100000"/>
              </a:lnSpc>
              <a:tabLst>
                <a:tab algn="l" pos="0"/>
              </a:tabLst>
            </a:pPr>
            <a:r>
              <a:rPr b="1" lang="en-US" sz="1600" strike="noStrike" u="none">
                <a:solidFill>
                  <a:srgbClr val="05205f"/>
                </a:solidFill>
                <a:effectLst/>
                <a:uFillTx/>
                <a:latin typeface="Aptos"/>
                <a:ea typeface="Aptos"/>
              </a:rPr>
              <a:t>infec</a:t>
            </a:r>
            <a:r>
              <a:rPr b="1" lang="en-US" sz="1600" strike="noStrike" u="none">
                <a:solidFill>
                  <a:srgbClr val="05205f"/>
                </a:solidFill>
                <a:effectLst/>
                <a:uFillTx/>
                <a:latin typeface="Aptos"/>
                <a:ea typeface="Aptos"/>
              </a:rPr>
              <a:t>tious </a:t>
            </a:r>
            <a:r>
              <a:rPr b="1" lang="en-US" sz="1600" strike="noStrike" u="none">
                <a:solidFill>
                  <a:srgbClr val="05205f"/>
                </a:solidFill>
                <a:effectLst/>
                <a:uFillTx/>
                <a:latin typeface="Aptos"/>
                <a:ea typeface="Aptos"/>
              </a:rPr>
              <a:t>disea</a:t>
            </a:r>
            <a:r>
              <a:rPr b="1" lang="en-US" sz="1600" strike="noStrike" u="none">
                <a:solidFill>
                  <a:srgbClr val="05205f"/>
                </a:solidFill>
                <a:effectLst/>
                <a:uFillTx/>
                <a:latin typeface="Aptos"/>
                <a:ea typeface="Aptos"/>
              </a:rPr>
              <a:t>se </a:t>
            </a:r>
            <a:r>
              <a:rPr b="1" lang="en-US" sz="1600" strike="noStrike" u="none">
                <a:solidFill>
                  <a:srgbClr val="05205f"/>
                </a:solidFill>
                <a:effectLst/>
                <a:uFillTx/>
                <a:latin typeface="Aptos"/>
                <a:ea typeface="Aptos"/>
              </a:rPr>
              <a:t>even</a:t>
            </a:r>
            <a:r>
              <a:rPr b="1" lang="en-US" sz="1600" strike="noStrike" u="none">
                <a:solidFill>
                  <a:srgbClr val="05205f"/>
                </a:solidFill>
                <a:effectLst/>
                <a:uFillTx/>
                <a:latin typeface="Aptos"/>
                <a:ea typeface="Aptos"/>
              </a:rPr>
              <a:t>ts</a:t>
            </a:r>
            <a:endParaRPr b="0" lang="en-US" sz="1600" strike="noStrike" u="none">
              <a:solidFill>
                <a:srgbClr val="000000"/>
              </a:solidFill>
              <a:effectLst/>
              <a:uFillTx/>
              <a:latin typeface="Arial"/>
            </a:endParaRPr>
          </a:p>
        </p:txBody>
      </p:sp>
      <p:sp>
        <p:nvSpPr>
          <p:cNvPr id="355" name="Text 124"/>
          <p:cNvSpPr/>
          <p:nvPr/>
        </p:nvSpPr>
        <p:spPr>
          <a:xfrm>
            <a:off x="4494240" y="1370880"/>
            <a:ext cx="2928240" cy="321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1" lang="en-US" sz="1600" strike="noStrike" u="none">
                <a:solidFill>
                  <a:srgbClr val="05205f"/>
                </a:solidFill>
                <a:effectLst/>
                <a:uFillTx/>
                <a:latin typeface="Aptos"/>
                <a:ea typeface="Aptos"/>
              </a:rPr>
              <a:t>Epidemiology</a:t>
            </a:r>
            <a:endParaRPr b="0" lang="en-US" sz="1600" strike="noStrike" u="none">
              <a:solidFill>
                <a:srgbClr val="000000"/>
              </a:solidFill>
              <a:effectLst/>
              <a:uFillTx/>
              <a:latin typeface="Arial"/>
            </a:endParaRPr>
          </a:p>
        </p:txBody>
      </p:sp>
      <p:sp>
        <p:nvSpPr>
          <p:cNvPr id="356" name="Text 125"/>
          <p:cNvSpPr/>
          <p:nvPr/>
        </p:nvSpPr>
        <p:spPr>
          <a:xfrm>
            <a:off x="4603320" y="1738440"/>
            <a:ext cx="2709720" cy="32148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i="1" lang="en-US" sz="1080" strike="noStrike" u="none">
                <a:solidFill>
                  <a:srgbClr val="05205f"/>
                </a:solidFill>
                <a:effectLst/>
                <a:uFillTx/>
                <a:latin typeface="Aptos"/>
                <a:ea typeface="Aptos"/>
              </a:rPr>
              <a:t>D</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c</a:t>
            </a:r>
            <a:r>
              <a:rPr b="0" i="1" lang="en-US" sz="1080" strike="noStrike" u="none">
                <a:solidFill>
                  <a:srgbClr val="05205f"/>
                </a:solidFill>
                <a:effectLst/>
                <a:uFillTx/>
                <a:latin typeface="Aptos"/>
                <a:ea typeface="Aptos"/>
              </a:rPr>
              <a:t>r</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b</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d</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x</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l</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endParaRPr b="0" lang="en-US" sz="1080" strike="noStrike" u="none">
              <a:solidFill>
                <a:srgbClr val="000000"/>
              </a:solidFill>
              <a:effectLst/>
              <a:uFillTx/>
              <a:latin typeface="Arial"/>
            </a:endParaRPr>
          </a:p>
          <a:p>
            <a:pPr algn="ctr" defTabSz="914400">
              <a:lnSpc>
                <a:spcPct val="100000"/>
              </a:lnSpc>
              <a:tabLst>
                <a:tab algn="l" pos="0"/>
              </a:tabLst>
            </a:pP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e</a:t>
            </a:r>
            <a:r>
              <a:rPr b="0" i="1" lang="en-US" sz="1080" strike="noStrike" u="none">
                <a:solidFill>
                  <a:srgbClr val="05205f"/>
                </a:solidFill>
                <a:effectLst/>
                <a:uFillTx/>
                <a:latin typeface="Aptos"/>
                <a:ea typeface="Aptos"/>
              </a:rPr>
              <a:t>r</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 </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o</a:t>
            </a:r>
            <a:r>
              <a:rPr b="0" i="1" lang="en-US" sz="1080" strike="noStrike" u="none">
                <a:solidFill>
                  <a:srgbClr val="05205f"/>
                </a:solidFill>
                <a:effectLst/>
                <a:uFillTx/>
                <a:latin typeface="Aptos"/>
                <a:ea typeface="Aptos"/>
              </a:rPr>
              <a:t>p</a:t>
            </a:r>
            <a:r>
              <a:rPr b="0" i="1" lang="en-US" sz="1080" strike="noStrike" u="none">
                <a:solidFill>
                  <a:srgbClr val="05205f"/>
                </a:solidFill>
                <a:effectLst/>
                <a:uFillTx/>
                <a:latin typeface="Aptos"/>
                <a:ea typeface="Aptos"/>
              </a:rPr>
              <a:t>u</a:t>
            </a:r>
            <a:r>
              <a:rPr b="0" i="1" lang="en-US" sz="1080" strike="noStrike" u="none">
                <a:solidFill>
                  <a:srgbClr val="05205f"/>
                </a:solidFill>
                <a:effectLst/>
                <a:uFillTx/>
                <a:latin typeface="Aptos"/>
                <a:ea typeface="Aptos"/>
              </a:rPr>
              <a:t>l</a:t>
            </a:r>
            <a:r>
              <a:rPr b="0" i="1" lang="en-US" sz="1080" strike="noStrike" u="none">
                <a:solidFill>
                  <a:srgbClr val="05205f"/>
                </a:solidFill>
                <a:effectLst/>
                <a:uFillTx/>
                <a:latin typeface="Aptos"/>
                <a:ea typeface="Aptos"/>
              </a:rPr>
              <a:t>a</a:t>
            </a:r>
            <a:r>
              <a:rPr b="0" i="1" lang="en-US" sz="1080" strike="noStrike" u="none">
                <a:solidFill>
                  <a:srgbClr val="05205f"/>
                </a:solidFill>
                <a:effectLst/>
                <a:uFillTx/>
                <a:latin typeface="Aptos"/>
                <a:ea typeface="Aptos"/>
              </a:rPr>
              <a:t>t</a:t>
            </a:r>
            <a:r>
              <a:rPr b="0" i="1" lang="en-US" sz="1080" strike="noStrike" u="none">
                <a:solidFill>
                  <a:srgbClr val="05205f"/>
                </a:solidFill>
                <a:effectLst/>
                <a:uFillTx/>
                <a:latin typeface="Aptos"/>
                <a:ea typeface="Aptos"/>
              </a:rPr>
              <a:t>i</a:t>
            </a:r>
            <a:r>
              <a:rPr b="0" i="1" lang="en-US" sz="1080" strike="noStrike" u="none">
                <a:solidFill>
                  <a:srgbClr val="05205f"/>
                </a:solidFill>
                <a:effectLst/>
                <a:uFillTx/>
                <a:latin typeface="Aptos"/>
                <a:ea typeface="Aptos"/>
              </a:rPr>
              <a:t>o</a:t>
            </a:r>
            <a:r>
              <a:rPr b="0" i="1" lang="en-US" sz="1080" strike="noStrike" u="none">
                <a:solidFill>
                  <a:srgbClr val="05205f"/>
                </a:solidFill>
                <a:effectLst/>
                <a:uFillTx/>
                <a:latin typeface="Aptos"/>
                <a:ea typeface="Aptos"/>
              </a:rPr>
              <a:t>n</a:t>
            </a:r>
            <a:r>
              <a:rPr b="0" i="1" lang="en-US" sz="1080" strike="noStrike" u="none">
                <a:solidFill>
                  <a:srgbClr val="05205f"/>
                </a:solidFill>
                <a:effectLst/>
                <a:uFillTx/>
                <a:latin typeface="Aptos"/>
                <a:ea typeface="Aptos"/>
              </a:rPr>
              <a:t>s</a:t>
            </a:r>
            <a:endParaRPr b="0" lang="en-US" sz="1080" strike="noStrike" u="none">
              <a:solidFill>
                <a:srgbClr val="000000"/>
              </a:solidFill>
              <a:effectLst/>
              <a:uFillTx/>
              <a:latin typeface="Arial"/>
            </a:endParaRPr>
          </a:p>
        </p:txBody>
      </p:sp>
      <p:sp>
        <p:nvSpPr>
          <p:cNvPr id="357" name="Text 126"/>
          <p:cNvSpPr/>
          <p:nvPr/>
        </p:nvSpPr>
        <p:spPr>
          <a:xfrm>
            <a:off x="8196840" y="1370880"/>
            <a:ext cx="2878560" cy="321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1" lang="en-US" sz="1600" strike="noStrike" u="none">
                <a:solidFill>
                  <a:srgbClr val="007a78"/>
                </a:solidFill>
                <a:effectLst/>
                <a:uFillTx/>
                <a:latin typeface="Aptos"/>
                <a:ea typeface="Aptos"/>
              </a:rPr>
              <a:t>Infectious Disease Modeling</a:t>
            </a:r>
            <a:endParaRPr b="0" lang="en-US" sz="1600" strike="noStrike" u="none">
              <a:solidFill>
                <a:srgbClr val="000000"/>
              </a:solidFill>
              <a:effectLst/>
              <a:uFillTx/>
              <a:latin typeface="Arial"/>
            </a:endParaRPr>
          </a:p>
        </p:txBody>
      </p:sp>
      <p:sp>
        <p:nvSpPr>
          <p:cNvPr id="358" name="Text 127"/>
          <p:cNvSpPr/>
          <p:nvPr/>
        </p:nvSpPr>
        <p:spPr>
          <a:xfrm>
            <a:off x="8306280" y="1738440"/>
            <a:ext cx="2658960" cy="32148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i="1" lang="en-US" sz="1080" strike="noStrike" u="none">
                <a:solidFill>
                  <a:srgbClr val="007a78"/>
                </a:solidFill>
                <a:effectLst/>
                <a:uFillTx/>
                <a:latin typeface="Aptos"/>
                <a:ea typeface="Aptos"/>
              </a:rPr>
              <a:t>Mathematical representation</a:t>
            </a:r>
            <a:endParaRPr b="0" lang="en-US" sz="1080" strike="noStrike" u="none">
              <a:solidFill>
                <a:srgbClr val="000000"/>
              </a:solidFill>
              <a:effectLst/>
              <a:uFillTx/>
              <a:latin typeface="Arial"/>
            </a:endParaRPr>
          </a:p>
          <a:p>
            <a:pPr algn="ctr" defTabSz="914400">
              <a:lnSpc>
                <a:spcPct val="100000"/>
              </a:lnSpc>
              <a:tabLst>
                <a:tab algn="l" pos="0"/>
              </a:tabLst>
            </a:pPr>
            <a:r>
              <a:rPr b="0" i="1" lang="en-US" sz="1080" strike="noStrike" u="none">
                <a:solidFill>
                  <a:srgbClr val="007a78"/>
                </a:solidFill>
                <a:effectLst/>
                <a:uFillTx/>
                <a:latin typeface="Aptos"/>
                <a:ea typeface="Aptos"/>
              </a:rPr>
              <a:t>of those events</a:t>
            </a:r>
            <a:endParaRPr b="0" lang="en-US" sz="1080" strike="noStrike" u="none">
              <a:solidFill>
                <a:srgbClr val="000000"/>
              </a:solidFill>
              <a:effectLst/>
              <a:uFillTx/>
              <a:latin typeface="Arial"/>
            </a:endParaRPr>
          </a:p>
        </p:txBody>
      </p:sp>
      <p:sp>
        <p:nvSpPr>
          <p:cNvPr id="359" name="Text 128"/>
          <p:cNvSpPr/>
          <p:nvPr/>
        </p:nvSpPr>
        <p:spPr>
          <a:xfrm>
            <a:off x="1506600" y="1929600"/>
            <a:ext cx="841320" cy="3826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700" strike="noStrike" u="none">
                <a:solidFill>
                  <a:srgbClr val="05205f"/>
                </a:solidFill>
                <a:effectLst/>
                <a:uFillTx/>
                <a:latin typeface="Segoe UI Symbol"/>
                <a:ea typeface="Segoe UI Symbol"/>
              </a:rPr>
              <a:t>👥  🦠</a:t>
            </a:r>
            <a:endParaRPr b="0" lang="en-US" sz="2700" strike="noStrike" u="none">
              <a:solidFill>
                <a:srgbClr val="000000"/>
              </a:solidFill>
              <a:effectLst/>
              <a:uFillTx/>
              <a:latin typeface="Arial"/>
            </a:endParaRPr>
          </a:p>
        </p:txBody>
      </p:sp>
      <p:sp>
        <p:nvSpPr>
          <p:cNvPr id="360" name="Text 129"/>
          <p:cNvSpPr/>
          <p:nvPr/>
        </p:nvSpPr>
        <p:spPr>
          <a:xfrm>
            <a:off x="2575080" y="203724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1" name="Text 130"/>
          <p:cNvSpPr/>
          <p:nvPr/>
        </p:nvSpPr>
        <p:spPr>
          <a:xfrm>
            <a:off x="2785680" y="2037240"/>
            <a:ext cx="1009800" cy="228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n</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w</a:t>
            </a:r>
            <a:r>
              <a:rPr b="0" lang="en-US" sz="1250" strike="noStrike" u="none">
                <a:solidFill>
                  <a:srgbClr val="111111"/>
                </a:solidFill>
                <a:effectLst/>
                <a:uFillTx/>
                <a:latin typeface="Aptos"/>
                <a:ea typeface="Aptos"/>
              </a:rPr>
              <a:t> </a:t>
            </a:r>
            <a:r>
              <a:rPr b="0" lang="en-US" sz="1250" strike="noStrike" u="none">
                <a:solidFill>
                  <a:srgbClr val="111111"/>
                </a:solidFill>
                <a:effectLst/>
                <a:uFillTx/>
                <a:latin typeface="Aptos"/>
                <a:ea typeface="Aptos"/>
              </a:rPr>
              <a:t>c</a:t>
            </a:r>
            <a:r>
              <a:rPr b="0" lang="en-US" sz="1250" strike="noStrike" u="none">
                <a:solidFill>
                  <a:srgbClr val="111111"/>
                </a:solidFill>
                <a:effectLst/>
                <a:uFillTx/>
                <a:latin typeface="Aptos"/>
                <a:ea typeface="Aptos"/>
              </a:rPr>
              <a:t>a</a:t>
            </a:r>
            <a:r>
              <a:rPr b="0" lang="en-US" sz="1250" strike="noStrike" u="none">
                <a:solidFill>
                  <a:srgbClr val="111111"/>
                </a:solidFill>
                <a:effectLst/>
                <a:uFillTx/>
                <a:latin typeface="Aptos"/>
                <a:ea typeface="Aptos"/>
              </a:rPr>
              <a:t>s</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s</a:t>
            </a:r>
            <a:endParaRPr b="0" lang="en-US" sz="1250" strike="noStrike" u="none">
              <a:solidFill>
                <a:srgbClr val="000000"/>
              </a:solidFill>
              <a:effectLst/>
              <a:uFillTx/>
              <a:latin typeface="Arial"/>
            </a:endParaRPr>
          </a:p>
        </p:txBody>
      </p:sp>
      <p:sp>
        <p:nvSpPr>
          <p:cNvPr id="362" name="Text 131"/>
          <p:cNvSpPr/>
          <p:nvPr/>
        </p:nvSpPr>
        <p:spPr>
          <a:xfrm>
            <a:off x="1481040" y="2557440"/>
            <a:ext cx="883440" cy="344520"/>
          </a:xfrm>
          <a:prstGeom prst="rect">
            <a:avLst/>
          </a:prstGeom>
          <a:noFill/>
          <a:ln w="0">
            <a:noFill/>
          </a:ln>
        </p:spPr>
        <p:style>
          <a:lnRef idx="0"/>
          <a:fillRef idx="0"/>
          <a:effectRef idx="0"/>
          <a:fontRef idx="minor"/>
        </p:style>
        <p:txBody>
          <a:bodyPr lIns="360" rIns="360" tIns="360" bIns="360" anchor="ctr">
            <a:normAutofit fontScale="70000" lnSpcReduction="19999"/>
          </a:bodyPr>
          <a:p>
            <a:pPr algn="ctr" defTabSz="914400">
              <a:lnSpc>
                <a:spcPct val="100000"/>
              </a:lnSpc>
              <a:tabLst>
                <a:tab algn="l" pos="0"/>
              </a:tabLst>
            </a:pPr>
            <a:r>
              <a:rPr b="0" lang="en-US" sz="2400" strike="noStrike" u="none">
                <a:solidFill>
                  <a:srgbClr val="05205f"/>
                </a:solidFill>
                <a:effectLst/>
                <a:uFillTx/>
                <a:latin typeface="Segoe UI Symbol"/>
                <a:ea typeface="Segoe UI Symbol"/>
              </a:rPr>
              <a:t/>
            </a:r>
            <a:r>
              <a:rPr b="0" lang="en-US" sz="2400" strike="noStrike" u="none">
                <a:solidFill>
                  <a:srgbClr val="05205f"/>
                </a:solidFill>
                <a:effectLst/>
                <a:uFillTx/>
                <a:latin typeface="Segoe UI Symbol"/>
                <a:ea typeface="Segoe UI Symbol"/>
              </a:rPr>
              <a:t>?</a:t>
            </a:r>
            <a:r>
              <a:rPr b="0" lang="en-US" sz="2400" strike="noStrike" u="none">
                <a:solidFill>
                  <a:srgbClr val="05205f"/>
                </a:solidFill>
                <a:effectLst/>
                <a:uFillTx/>
                <a:latin typeface="Segoe UI Symbol"/>
                <a:ea typeface="Segoe UI Symbol"/>
              </a:rPr>
              <a:t>↔</a:t>
            </a:r>
            <a:r>
              <a:rPr b="0" lang="en-US" sz="2400" strike="noStrike" u="none">
                <a:solidFill>
                  <a:srgbClr val="05205f"/>
                </a:solidFill>
                <a:effectLst/>
                <a:uFillTx/>
                <a:latin typeface="Segoe UI Symbol"/>
                <a:ea typeface="Segoe UI Symbol"/>
              </a:rPr>
              <a:t/>
            </a:r>
            <a:r>
              <a:rPr b="0" lang="en-US" sz="2400" strike="noStrike" u="none">
                <a:solidFill>
                  <a:srgbClr val="05205f"/>
                </a:solidFill>
                <a:effectLst/>
                <a:uFillTx/>
                <a:latin typeface="Segoe UI Symbol"/>
                <a:ea typeface="Segoe UI Symbol"/>
              </a:rPr>
              <a:t>?</a:t>
            </a:r>
            <a:endParaRPr b="0" lang="en-US" sz="2400" strike="noStrike" u="none">
              <a:solidFill>
                <a:srgbClr val="000000"/>
              </a:solidFill>
              <a:effectLst/>
              <a:uFillTx/>
              <a:latin typeface="Arial"/>
            </a:endParaRPr>
          </a:p>
        </p:txBody>
      </p:sp>
      <p:sp>
        <p:nvSpPr>
          <p:cNvPr id="363" name="Text 132"/>
          <p:cNvSpPr/>
          <p:nvPr/>
        </p:nvSpPr>
        <p:spPr>
          <a:xfrm>
            <a:off x="2575080" y="26496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4" name="Text 133"/>
          <p:cNvSpPr/>
          <p:nvPr/>
        </p:nvSpPr>
        <p:spPr>
          <a:xfrm>
            <a:off x="2785680" y="264960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contacts</a:t>
            </a:r>
            <a:endParaRPr b="0" lang="en-US" sz="1250" strike="noStrike" u="none">
              <a:solidFill>
                <a:srgbClr val="000000"/>
              </a:solidFill>
              <a:effectLst/>
              <a:uFillTx/>
              <a:latin typeface="Arial"/>
            </a:endParaRPr>
          </a:p>
        </p:txBody>
      </p:sp>
      <p:sp>
        <p:nvSpPr>
          <p:cNvPr id="365" name="Text 134"/>
          <p:cNvSpPr/>
          <p:nvPr/>
        </p:nvSpPr>
        <p:spPr>
          <a:xfrm>
            <a:off x="1506600" y="3147120"/>
            <a:ext cx="798840" cy="3675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700" strike="noStrike" u="none">
                <a:solidFill>
                  <a:srgbClr val="007a78"/>
                </a:solidFill>
                <a:effectLst/>
                <a:uFillTx/>
                <a:latin typeface="Segoe UI Symbol"/>
                <a:ea typeface="Segoe UI Symbol"/>
              </a:rPr>
              <a:t>👤✚</a:t>
            </a:r>
            <a:endParaRPr b="0" lang="en-US" sz="2700" strike="noStrike" u="none">
              <a:solidFill>
                <a:srgbClr val="000000"/>
              </a:solidFill>
              <a:effectLst/>
              <a:uFillTx/>
              <a:latin typeface="Arial"/>
            </a:endParaRPr>
          </a:p>
        </p:txBody>
      </p:sp>
      <p:sp>
        <p:nvSpPr>
          <p:cNvPr id="366" name="Text 135"/>
          <p:cNvSpPr/>
          <p:nvPr/>
        </p:nvSpPr>
        <p:spPr>
          <a:xfrm>
            <a:off x="2575080" y="32544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67" name="Text 136"/>
          <p:cNvSpPr/>
          <p:nvPr/>
        </p:nvSpPr>
        <p:spPr>
          <a:xfrm>
            <a:off x="2785680" y="325440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r</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c</a:t>
            </a:r>
            <a:r>
              <a:rPr b="0" lang="en-US" sz="1250" strike="noStrike" u="none">
                <a:solidFill>
                  <a:srgbClr val="111111"/>
                </a:solidFill>
                <a:effectLst/>
                <a:uFillTx/>
                <a:latin typeface="Aptos"/>
                <a:ea typeface="Aptos"/>
              </a:rPr>
              <a:t>o</a:t>
            </a:r>
            <a:r>
              <a:rPr b="0" lang="en-US" sz="1250" strike="noStrike" u="none">
                <a:solidFill>
                  <a:srgbClr val="111111"/>
                </a:solidFill>
                <a:effectLst/>
                <a:uFillTx/>
                <a:latin typeface="Aptos"/>
                <a:ea typeface="Aptos"/>
              </a:rPr>
              <a:t>v</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r</a:t>
            </a:r>
            <a:r>
              <a:rPr b="0" lang="en-US" sz="1250" strike="noStrike" u="none">
                <a:solidFill>
                  <a:srgbClr val="111111"/>
                </a:solidFill>
                <a:effectLst/>
                <a:uFillTx/>
                <a:latin typeface="Aptos"/>
                <a:ea typeface="Aptos"/>
              </a:rPr>
              <a:t>i</a:t>
            </a:r>
            <a:r>
              <a:rPr b="0" lang="en-US" sz="1250" strike="noStrike" u="none">
                <a:solidFill>
                  <a:srgbClr val="111111"/>
                </a:solidFill>
                <a:effectLst/>
                <a:uFillTx/>
                <a:latin typeface="Aptos"/>
                <a:ea typeface="Aptos"/>
              </a:rPr>
              <a:t>e</a:t>
            </a:r>
            <a:r>
              <a:rPr b="0" lang="en-US" sz="1250" strike="noStrike" u="none">
                <a:solidFill>
                  <a:srgbClr val="111111"/>
                </a:solidFill>
                <a:effectLst/>
                <a:uFillTx/>
                <a:latin typeface="Aptos"/>
                <a:ea typeface="Aptos"/>
              </a:rPr>
              <a:t>s</a:t>
            </a:r>
            <a:endParaRPr b="0" lang="en-US" sz="1250" strike="noStrike" u="none">
              <a:solidFill>
                <a:srgbClr val="000000"/>
              </a:solidFill>
              <a:effectLst/>
              <a:uFillTx/>
              <a:latin typeface="Arial"/>
            </a:endParaRPr>
          </a:p>
        </p:txBody>
      </p:sp>
      <p:sp>
        <p:nvSpPr>
          <p:cNvPr id="368" name="Text 137"/>
          <p:cNvSpPr/>
          <p:nvPr/>
        </p:nvSpPr>
        <p:spPr>
          <a:xfrm>
            <a:off x="1708200" y="3713400"/>
            <a:ext cx="420480" cy="421200"/>
          </a:xfrm>
          <a:prstGeom prst="rect">
            <a:avLst/>
          </a:prstGeom>
          <a:noFill/>
          <a:ln w="0">
            <a:noFill/>
          </a:ln>
        </p:spPr>
        <p:style>
          <a:lnRef idx="0"/>
          <a:fillRef idx="0"/>
          <a:effectRef idx="0"/>
          <a:fontRef idx="minor"/>
        </p:style>
        <p:txBody>
          <a:bodyPr lIns="360" rIns="360" tIns="360" bIns="360" anchor="ctr">
            <a:normAutofit fontScale="92500" lnSpcReduction="19999"/>
          </a:bodyPr>
          <a:p>
            <a:pPr algn="ctr" defTabSz="914400">
              <a:lnSpc>
                <a:spcPct val="100000"/>
              </a:lnSpc>
              <a:tabLst>
                <a:tab algn="l" pos="0"/>
              </a:tabLst>
            </a:pPr>
            <a:r>
              <a:rPr b="0" lang="en-US" sz="3300" strike="noStrike" u="none">
                <a:solidFill>
                  <a:srgbClr val="05205f"/>
                </a:solidFill>
                <a:effectLst/>
                <a:uFillTx/>
                <a:latin typeface="Segoe UI Symbol"/>
                <a:ea typeface="Segoe UI Symbol"/>
              </a:rPr>
              <a:t>†</a:t>
            </a:r>
            <a:endParaRPr b="0" lang="en-US" sz="3300" strike="noStrike" u="none">
              <a:solidFill>
                <a:srgbClr val="000000"/>
              </a:solidFill>
              <a:effectLst/>
              <a:uFillTx/>
              <a:latin typeface="Arial"/>
            </a:endParaRPr>
          </a:p>
        </p:txBody>
      </p:sp>
      <p:sp>
        <p:nvSpPr>
          <p:cNvPr id="369" name="Text 138"/>
          <p:cNvSpPr/>
          <p:nvPr/>
        </p:nvSpPr>
        <p:spPr>
          <a:xfrm>
            <a:off x="2575080" y="3882240"/>
            <a:ext cx="126000" cy="19872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70" name="Text 139"/>
          <p:cNvSpPr/>
          <p:nvPr/>
        </p:nvSpPr>
        <p:spPr>
          <a:xfrm>
            <a:off x="2785680" y="3882240"/>
            <a:ext cx="100980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deaths</a:t>
            </a:r>
            <a:endParaRPr b="0" lang="en-US" sz="1250" strike="noStrike" u="none">
              <a:solidFill>
                <a:srgbClr val="000000"/>
              </a:solidFill>
              <a:effectLst/>
              <a:uFillTx/>
              <a:latin typeface="Arial"/>
            </a:endParaRPr>
          </a:p>
        </p:txBody>
      </p:sp>
      <p:sp>
        <p:nvSpPr>
          <p:cNvPr id="371" name="Text 140"/>
          <p:cNvSpPr/>
          <p:nvPr/>
        </p:nvSpPr>
        <p:spPr>
          <a:xfrm>
            <a:off x="1506600" y="4280400"/>
            <a:ext cx="874800" cy="38232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0" lang="en-US" sz="2600" strike="noStrike" u="none">
                <a:solidFill>
                  <a:srgbClr val="05205f"/>
                </a:solidFill>
                <a:effectLst/>
                <a:uFillTx/>
                <a:latin typeface="Segoe UI Symbol"/>
                <a:ea typeface="Segoe UI Symbol"/>
              </a:rPr>
              <a:t>📍  ◷</a:t>
            </a:r>
            <a:endParaRPr b="0" lang="en-US" sz="2600" strike="noStrike" u="none">
              <a:solidFill>
                <a:srgbClr val="000000"/>
              </a:solidFill>
              <a:effectLst/>
              <a:uFillTx/>
              <a:latin typeface="Arial"/>
            </a:endParaRPr>
          </a:p>
        </p:txBody>
      </p:sp>
      <p:sp>
        <p:nvSpPr>
          <p:cNvPr id="372" name="Text 141"/>
          <p:cNvSpPr/>
          <p:nvPr/>
        </p:nvSpPr>
        <p:spPr>
          <a:xfrm>
            <a:off x="2575080" y="4402800"/>
            <a:ext cx="126000" cy="19836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400" strike="noStrike" u="none">
                <a:solidFill>
                  <a:srgbClr val="05205f"/>
                </a:solidFill>
                <a:effectLst/>
                <a:uFillTx/>
                <a:latin typeface="Aptos"/>
                <a:ea typeface="Aptos"/>
              </a:rPr>
              <a:t>•</a:t>
            </a:r>
            <a:endParaRPr b="0" lang="en-US" sz="1400" strike="noStrike" u="none">
              <a:solidFill>
                <a:srgbClr val="000000"/>
              </a:solidFill>
              <a:effectLst/>
              <a:uFillTx/>
              <a:latin typeface="Arial"/>
            </a:endParaRPr>
          </a:p>
        </p:txBody>
      </p:sp>
      <p:sp>
        <p:nvSpPr>
          <p:cNvPr id="373" name="Text 142"/>
          <p:cNvSpPr/>
          <p:nvPr/>
        </p:nvSpPr>
        <p:spPr>
          <a:xfrm>
            <a:off x="2785680" y="4402800"/>
            <a:ext cx="117792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place and time</a:t>
            </a:r>
            <a:endParaRPr b="0" lang="en-US" sz="1250" strike="noStrike" u="none">
              <a:solidFill>
                <a:srgbClr val="000000"/>
              </a:solidFill>
              <a:effectLst/>
              <a:uFillTx/>
              <a:latin typeface="Arial"/>
            </a:endParaRPr>
          </a:p>
        </p:txBody>
      </p:sp>
      <p:sp>
        <p:nvSpPr>
          <p:cNvPr id="374" name="Shape 28"/>
          <p:cNvSpPr/>
          <p:nvPr/>
        </p:nvSpPr>
        <p:spPr>
          <a:xfrm>
            <a:off x="4048200" y="2642040"/>
            <a:ext cx="252000" cy="336600"/>
          </a:xfrm>
          <a:prstGeom prst="rightArrow">
            <a:avLst>
              <a:gd name="adj1" fmla="val 50000"/>
              <a:gd name="adj2" fmla="val 50000"/>
            </a:avLst>
          </a:prstGeom>
          <a:solidFill>
            <a:srgbClr val="05205f"/>
          </a:solidFill>
          <a:ln w="1270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5" name="Shape 30"/>
          <p:cNvSpPr/>
          <p:nvPr/>
        </p:nvSpPr>
        <p:spPr>
          <a:xfrm>
            <a:off x="7650000" y="2642040"/>
            <a:ext cx="277560" cy="336600"/>
          </a:xfrm>
          <a:prstGeom prst="rightArrow">
            <a:avLst>
              <a:gd name="adj1" fmla="val 50000"/>
              <a:gd name="adj2" fmla="val 50000"/>
            </a:avLst>
          </a:prstGeom>
          <a:solidFill>
            <a:srgbClr val="05205f"/>
          </a:solidFill>
          <a:ln w="1270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6" name="Shape 31"/>
          <p:cNvSpPr/>
          <p:nvPr/>
        </p:nvSpPr>
        <p:spPr>
          <a:xfrm>
            <a:off x="4553280" y="2174760"/>
            <a:ext cx="2810520" cy="581400"/>
          </a:xfrm>
          <a:prstGeom prst="roundRect">
            <a:avLst>
              <a:gd name="adj" fmla="val 6579"/>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7" name="Text 143"/>
          <p:cNvSpPr/>
          <p:nvPr/>
        </p:nvSpPr>
        <p:spPr>
          <a:xfrm>
            <a:off x="4679280" y="2235960"/>
            <a:ext cx="774000" cy="48996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78" name="Text 144"/>
          <p:cNvSpPr/>
          <p:nvPr/>
        </p:nvSpPr>
        <p:spPr>
          <a:xfrm>
            <a:off x="5563080" y="2235960"/>
            <a:ext cx="1674720" cy="489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who gets sick</a:t>
            </a:r>
            <a:endParaRPr b="0" lang="en-US" sz="1250" strike="noStrike" u="none">
              <a:solidFill>
                <a:srgbClr val="000000"/>
              </a:solidFill>
              <a:effectLst/>
              <a:uFillTx/>
              <a:latin typeface="Arial"/>
            </a:endParaRPr>
          </a:p>
        </p:txBody>
      </p:sp>
      <p:sp>
        <p:nvSpPr>
          <p:cNvPr id="379" name="Shape 33"/>
          <p:cNvSpPr/>
          <p:nvPr/>
        </p:nvSpPr>
        <p:spPr>
          <a:xfrm>
            <a:off x="4553280" y="2802600"/>
            <a:ext cx="2810520" cy="551160"/>
          </a:xfrm>
          <a:prstGeom prst="roundRect">
            <a:avLst>
              <a:gd name="adj" fmla="val 6944"/>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0" name="Text 145"/>
          <p:cNvSpPr/>
          <p:nvPr/>
        </p:nvSpPr>
        <p:spPr>
          <a:xfrm>
            <a:off x="4679280" y="2863800"/>
            <a:ext cx="774000" cy="45936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1" name="Text 146"/>
          <p:cNvSpPr/>
          <p:nvPr/>
        </p:nvSpPr>
        <p:spPr>
          <a:xfrm>
            <a:off x="5563080" y="2863800"/>
            <a:ext cx="1674720" cy="4593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where and when</a:t>
            </a:r>
            <a:endParaRPr b="0" lang="en-US" sz="1250" strike="noStrike" u="none">
              <a:solidFill>
                <a:srgbClr val="000000"/>
              </a:solidFill>
              <a:effectLst/>
              <a:uFillTx/>
              <a:latin typeface="Arial"/>
            </a:endParaRPr>
          </a:p>
        </p:txBody>
      </p:sp>
      <p:sp>
        <p:nvSpPr>
          <p:cNvPr id="382" name="Shape 34"/>
          <p:cNvSpPr/>
          <p:nvPr/>
        </p:nvSpPr>
        <p:spPr>
          <a:xfrm>
            <a:off x="4553280" y="3422520"/>
            <a:ext cx="2810520" cy="596880"/>
          </a:xfrm>
          <a:prstGeom prst="roundRect">
            <a:avLst>
              <a:gd name="adj" fmla="val 6410"/>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3" name="Text 147"/>
          <p:cNvSpPr/>
          <p:nvPr/>
        </p:nvSpPr>
        <p:spPr>
          <a:xfrm>
            <a:off x="4679280" y="3483720"/>
            <a:ext cx="774000" cy="505080"/>
          </a:xfrm>
          <a:prstGeom prst="rect">
            <a:avLst/>
          </a:prstGeom>
          <a:noFill/>
          <a:ln w="0">
            <a:noFill/>
          </a:ln>
        </p:spPr>
        <p:style>
          <a:lnRef idx="0"/>
          <a:fillRef idx="0"/>
          <a:effectRef idx="0"/>
          <a:fontRef idx="minor"/>
        </p:style>
        <p:txBody>
          <a:bodyPr lIns="360" rIns="360" tIns="360" bIns="360" anchor="ctr">
            <a:normAutofit fontScale="77500" lnSpcReduction="1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4" name="Text 148"/>
          <p:cNvSpPr/>
          <p:nvPr/>
        </p:nvSpPr>
        <p:spPr>
          <a:xfrm>
            <a:off x="5563080" y="3483720"/>
            <a:ext cx="1674720" cy="5050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how transmission</a:t>
            </a:r>
            <a:endParaRPr b="0" lang="en-US" sz="1250" strike="noStrike" u="none">
              <a:solidFill>
                <a:srgbClr val="000000"/>
              </a:solidFill>
              <a:effectLst/>
              <a:uFillTx/>
              <a:latin typeface="Arial"/>
            </a:endParaRPr>
          </a:p>
          <a:p>
            <a:pPr defTabSz="914400">
              <a:lnSpc>
                <a:spcPct val="100000"/>
              </a:lnSpc>
              <a:tabLst>
                <a:tab algn="l" pos="0"/>
              </a:tabLst>
            </a:pPr>
            <a:r>
              <a:rPr b="0" lang="en-US" sz="1250" strike="noStrike" u="none">
                <a:solidFill>
                  <a:srgbClr val="111111"/>
                </a:solidFill>
                <a:effectLst/>
                <a:uFillTx/>
                <a:latin typeface="Aptos"/>
                <a:ea typeface="Aptos"/>
              </a:rPr>
              <a:t>happens</a:t>
            </a:r>
            <a:endParaRPr b="0" lang="en-US" sz="1250" strike="noStrike" u="none">
              <a:solidFill>
                <a:srgbClr val="000000"/>
              </a:solidFill>
              <a:effectLst/>
              <a:uFillTx/>
              <a:latin typeface="Arial"/>
            </a:endParaRPr>
          </a:p>
        </p:txBody>
      </p:sp>
      <p:sp>
        <p:nvSpPr>
          <p:cNvPr id="385" name="Shape 36"/>
          <p:cNvSpPr/>
          <p:nvPr/>
        </p:nvSpPr>
        <p:spPr>
          <a:xfrm>
            <a:off x="4553280" y="4057920"/>
            <a:ext cx="2810520" cy="520560"/>
          </a:xfrm>
          <a:prstGeom prst="roundRect">
            <a:avLst>
              <a:gd name="adj" fmla="val 7353"/>
            </a:avLst>
          </a:prstGeom>
          <a:noFill/>
          <a:ln w="10160">
            <a:solidFill>
              <a:srgbClr val="2b5fb3"/>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6" name="Text 149"/>
          <p:cNvSpPr/>
          <p:nvPr/>
        </p:nvSpPr>
        <p:spPr>
          <a:xfrm>
            <a:off x="4679280" y="4119840"/>
            <a:ext cx="774000" cy="42804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
            </a:r>
            <a:r>
              <a:rPr b="0" lang="en-US" sz="2500" strike="noStrike" u="none">
                <a:solidFill>
                  <a:srgbClr val="05205f"/>
                </a:solidFill>
                <a:effectLst/>
                <a:uFillTx/>
                <a:latin typeface="Segoe UI Symbol"/>
                <a:ea typeface="Segoe UI Symbol"/>
              </a:rPr>
              <a:t>?</a:t>
            </a:r>
            <a:r>
              <a:rPr b="0" lang="en-US" sz="2500" strike="noStrike" u="none">
                <a:solidFill>
                  <a:srgbClr val="05205f"/>
                </a:solidFill>
                <a:effectLst/>
                <a:uFillTx/>
                <a:latin typeface="Segoe UI Symbol"/>
                <a:ea typeface="Segoe UI Symbol"/>
              </a:rPr>
              <a:t> </a:t>
            </a: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387" name="Text 150"/>
          <p:cNvSpPr/>
          <p:nvPr/>
        </p:nvSpPr>
        <p:spPr>
          <a:xfrm>
            <a:off x="5563080" y="4119840"/>
            <a:ext cx="1674720" cy="4280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250" strike="noStrike" u="none">
                <a:solidFill>
                  <a:srgbClr val="111111"/>
                </a:solidFill>
                <a:effectLst/>
                <a:uFillTx/>
                <a:latin typeface="Aptos"/>
                <a:ea typeface="Aptos"/>
              </a:rPr>
              <a:t>which interventions</a:t>
            </a:r>
            <a:endParaRPr b="0" lang="en-US" sz="1250" strike="noStrike" u="none">
              <a:solidFill>
                <a:srgbClr val="000000"/>
              </a:solidFill>
              <a:effectLst/>
              <a:uFillTx/>
              <a:latin typeface="Arial"/>
            </a:endParaRPr>
          </a:p>
          <a:p>
            <a:pPr defTabSz="914400">
              <a:lnSpc>
                <a:spcPct val="100000"/>
              </a:lnSpc>
              <a:tabLst>
                <a:tab algn="l" pos="0"/>
              </a:tabLst>
            </a:pPr>
            <a:r>
              <a:rPr b="0" lang="en-US" sz="1250" strike="noStrike" u="none">
                <a:solidFill>
                  <a:srgbClr val="111111"/>
                </a:solidFill>
                <a:effectLst/>
                <a:uFillTx/>
                <a:latin typeface="Aptos"/>
                <a:ea typeface="Aptos"/>
              </a:rPr>
              <a:t>help</a:t>
            </a:r>
            <a:endParaRPr b="0" lang="en-US" sz="1250" strike="noStrike" u="none">
              <a:solidFill>
                <a:srgbClr val="000000"/>
              </a:solidFill>
              <a:effectLst/>
              <a:uFillTx/>
              <a:latin typeface="Arial"/>
            </a:endParaRPr>
          </a:p>
        </p:txBody>
      </p:sp>
      <p:sp>
        <p:nvSpPr>
          <p:cNvPr id="388" name="Shape 37"/>
          <p:cNvSpPr/>
          <p:nvPr/>
        </p:nvSpPr>
        <p:spPr>
          <a:xfrm>
            <a:off x="8323200" y="2090520"/>
            <a:ext cx="2626200" cy="360"/>
          </a:xfrm>
          <a:prstGeom prst="line">
            <a:avLst/>
          </a:prstGeom>
          <a:ln w="12700">
            <a:solidFill>
              <a:srgbClr val="007a78"/>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9" name="Text 151"/>
          <p:cNvSpPr/>
          <p:nvPr/>
        </p:nvSpPr>
        <p:spPr>
          <a:xfrm>
            <a:off x="8558640" y="2351160"/>
            <a:ext cx="2205360" cy="2289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20" strike="noStrike" u="none">
                <a:solidFill>
                  <a:srgbClr val="111111"/>
                </a:solidFill>
                <a:effectLst/>
                <a:uFillTx/>
                <a:latin typeface="DejaVu Serif"/>
                <a:ea typeface="DejaVu Serif"/>
              </a:rPr>
              <a:t>Transmission rate: β</a:t>
            </a:r>
            <a:endParaRPr b="0" lang="en-US" sz="1320" strike="noStrike" u="none">
              <a:solidFill>
                <a:srgbClr val="000000"/>
              </a:solidFill>
              <a:effectLst/>
              <a:uFillTx/>
              <a:latin typeface="Arial"/>
            </a:endParaRPr>
          </a:p>
        </p:txBody>
      </p:sp>
      <p:sp>
        <p:nvSpPr>
          <p:cNvPr id="390" name="Text 152"/>
          <p:cNvSpPr/>
          <p:nvPr/>
        </p:nvSpPr>
        <p:spPr>
          <a:xfrm>
            <a:off x="8558640" y="2657160"/>
            <a:ext cx="2205360" cy="2293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320" strike="noStrike" u="none">
                <a:solidFill>
                  <a:srgbClr val="111111"/>
                </a:solidFill>
                <a:effectLst/>
                <a:uFillTx/>
                <a:latin typeface="DejaVu Serif"/>
                <a:ea typeface="DejaVu Serif"/>
              </a:rPr>
              <a:t>Recovery </a:t>
            </a:r>
            <a:r>
              <a:rPr b="0" lang="en-US" sz="1320" strike="noStrike" u="none">
                <a:solidFill>
                  <a:srgbClr val="111111"/>
                </a:solidFill>
                <a:effectLst/>
                <a:uFillTx/>
                <a:latin typeface="DejaVu Serif"/>
                <a:ea typeface="DejaVu Serif"/>
              </a:rPr>
              <a:t>rate: γ</a:t>
            </a:r>
            <a:endParaRPr b="0" lang="en-US" sz="1320" strike="noStrike" u="none">
              <a:solidFill>
                <a:srgbClr val="000000"/>
              </a:solidFill>
              <a:effectLst/>
              <a:uFillTx/>
              <a:latin typeface="Arial"/>
            </a:endParaRPr>
          </a:p>
        </p:txBody>
      </p:sp>
      <p:sp>
        <p:nvSpPr>
          <p:cNvPr id="391" name="Text 153"/>
          <p:cNvSpPr/>
          <p:nvPr/>
        </p:nvSpPr>
        <p:spPr>
          <a:xfrm>
            <a:off x="8558640" y="3039840"/>
            <a:ext cx="2205360" cy="2602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i="1" lang="en-US" sz="1600" strike="noStrike" u="none">
                <a:solidFill>
                  <a:srgbClr val="111111"/>
                </a:solidFill>
                <a:effectLst/>
                <a:uFillTx/>
                <a:latin typeface="Cambria Math"/>
                <a:ea typeface="Cambria Math"/>
              </a:rPr>
              <a:t>S(t), I(t), R(t)</a:t>
            </a:r>
            <a:endParaRPr b="0" lang="en-US" sz="1600" strike="noStrike" u="none">
              <a:solidFill>
                <a:srgbClr val="000000"/>
              </a:solidFill>
              <a:effectLst/>
              <a:uFillTx/>
              <a:latin typeface="Arial"/>
            </a:endParaRPr>
          </a:p>
        </p:txBody>
      </p:sp>
      <p:sp>
        <p:nvSpPr>
          <p:cNvPr id="392" name="Shape 39"/>
          <p:cNvSpPr/>
          <p:nvPr/>
        </p:nvSpPr>
        <p:spPr>
          <a:xfrm>
            <a:off x="8559000" y="3369240"/>
            <a:ext cx="2154240" cy="0"/>
          </a:xfrm>
          <a:prstGeom prst="line">
            <a:avLst/>
          </a:prstGeom>
          <a:ln w="1270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3" name="Text 154"/>
          <p:cNvSpPr/>
          <p:nvPr/>
        </p:nvSpPr>
        <p:spPr>
          <a:xfrm>
            <a:off x="8533800" y="3598920"/>
            <a:ext cx="2246760" cy="34416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000" strike="noStrike" u="none">
                <a:solidFill>
                  <a:srgbClr val="111111"/>
                </a:solidFill>
                <a:effectLst/>
                <a:uFillTx/>
                <a:latin typeface="DejaVu Serif"/>
                <a:ea typeface="DejaVu Serif"/>
              </a:rPr>
              <a:t>dI/dt = βSI/N − γI</a:t>
            </a:r>
            <a:endParaRPr b="0" lang="en-US" sz="2000" strike="noStrike" u="none">
              <a:solidFill>
                <a:srgbClr val="000000"/>
              </a:solidFill>
              <a:effectLst/>
              <a:uFillTx/>
              <a:latin typeface="Arial"/>
            </a:endParaRPr>
          </a:p>
        </p:txBody>
      </p:sp>
      <p:sp>
        <p:nvSpPr>
          <p:cNvPr id="394" name="Shape 40"/>
          <p:cNvSpPr/>
          <p:nvPr/>
        </p:nvSpPr>
        <p:spPr>
          <a:xfrm>
            <a:off x="9291240" y="4341600"/>
            <a:ext cx="336240" cy="321120"/>
          </a:xfrm>
          <a:prstGeom prst="downArrow">
            <a:avLst>
              <a:gd name="adj1" fmla="val 50000"/>
              <a:gd name="adj2" fmla="val 50000"/>
            </a:avLst>
          </a:prstGeom>
          <a:solidFill>
            <a:srgbClr val="007a78"/>
          </a:solidFill>
          <a:ln w="1270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5" name="Shape 49"/>
          <p:cNvSpPr/>
          <p:nvPr/>
        </p:nvSpPr>
        <p:spPr>
          <a:xfrm>
            <a:off x="5731560" y="4701600"/>
            <a:ext cx="5469840" cy="1033200"/>
          </a:xfrm>
          <a:prstGeom prst="roundRect">
            <a:avLst>
              <a:gd name="adj" fmla="val 5926"/>
            </a:avLst>
          </a:prstGeom>
          <a:noFill/>
          <a:ln w="16510">
            <a:solidFill>
              <a:srgbClr val="007a78"/>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6" name="Text 155"/>
          <p:cNvSpPr/>
          <p:nvPr/>
        </p:nvSpPr>
        <p:spPr>
          <a:xfrm>
            <a:off x="7683840" y="4732200"/>
            <a:ext cx="1564920" cy="183600"/>
          </a:xfrm>
          <a:prstGeom prst="rect">
            <a:avLst/>
          </a:prstGeom>
          <a:noFill/>
          <a:ln w="0">
            <a:noFill/>
          </a:ln>
        </p:spPr>
        <p:style>
          <a:lnRef idx="0"/>
          <a:fillRef idx="0"/>
          <a:effectRef idx="0"/>
          <a:fontRef idx="minor"/>
        </p:style>
        <p:txBody>
          <a:bodyPr lIns="360" rIns="360" tIns="360" bIns="360" anchor="ctr">
            <a:normAutofit lnSpcReduction="9999"/>
          </a:bodyPr>
          <a:p>
            <a:pPr algn="ctr" defTabSz="914400">
              <a:lnSpc>
                <a:spcPct val="100000"/>
              </a:lnSpc>
              <a:tabLst>
                <a:tab algn="l" pos="0"/>
              </a:tabLst>
            </a:pPr>
            <a:r>
              <a:rPr b="1" lang="en-US" sz="1320" strike="noStrike" u="none">
                <a:solidFill>
                  <a:srgbClr val="007a78"/>
                </a:solidFill>
                <a:effectLst/>
                <a:uFillTx/>
                <a:latin typeface="Aptos"/>
                <a:ea typeface="Aptos"/>
              </a:rPr>
              <a:t>Model outputs</a:t>
            </a:r>
            <a:endParaRPr b="0" lang="en-US" sz="1320" strike="noStrike" u="none">
              <a:solidFill>
                <a:srgbClr val="000000"/>
              </a:solidFill>
              <a:effectLst/>
              <a:uFillTx/>
              <a:latin typeface="Arial"/>
            </a:endParaRPr>
          </a:p>
        </p:txBody>
      </p:sp>
      <p:sp>
        <p:nvSpPr>
          <p:cNvPr id="397" name="Shape 52"/>
          <p:cNvSpPr/>
          <p:nvPr/>
        </p:nvSpPr>
        <p:spPr>
          <a:xfrm>
            <a:off x="5899680" y="4946040"/>
            <a:ext cx="5133600" cy="360"/>
          </a:xfrm>
          <a:prstGeom prst="line">
            <a:avLst/>
          </a:prstGeom>
          <a:ln w="12700">
            <a:solidFill>
              <a:srgbClr val="007a78"/>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8" name="Text 156"/>
          <p:cNvSpPr/>
          <p:nvPr/>
        </p:nvSpPr>
        <p:spPr>
          <a:xfrm>
            <a:off x="5798520" y="4946400"/>
            <a:ext cx="1432440" cy="6433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2900" strike="noStrike" u="none">
                <a:solidFill>
                  <a:srgbClr val="05205f"/>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399" name="Text 157"/>
          <p:cNvSpPr/>
          <p:nvPr/>
        </p:nvSpPr>
        <p:spPr>
          <a:xfrm>
            <a:off x="579852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e</a:t>
            </a:r>
            <a:r>
              <a:rPr b="0" lang="en-US" sz="1040" strike="noStrike" u="none">
                <a:solidFill>
                  <a:srgbClr val="111111"/>
                </a:solidFill>
                <a:effectLst/>
                <a:uFillTx/>
                <a:latin typeface="Aptos"/>
                <a:ea typeface="Aptos"/>
              </a:rPr>
              <a:t>x</a:t>
            </a:r>
            <a:r>
              <a:rPr b="0" lang="en-US" sz="1040" strike="noStrike" u="none">
                <a:solidFill>
                  <a:srgbClr val="111111"/>
                </a:solidFill>
                <a:effectLst/>
                <a:uFillTx/>
                <a:latin typeface="Aptos"/>
                <a:ea typeface="Aptos"/>
              </a:rPr>
              <a:t>p</a:t>
            </a:r>
            <a:r>
              <a:rPr b="0" lang="en-US" sz="1040" strike="noStrike" u="none">
                <a:solidFill>
                  <a:srgbClr val="111111"/>
                </a:solidFill>
                <a:effectLst/>
                <a:uFillTx/>
                <a:latin typeface="Aptos"/>
                <a:ea typeface="Aptos"/>
              </a:rPr>
              <a:t>l</a:t>
            </a:r>
            <a:r>
              <a:rPr b="0" lang="en-US" sz="1040" strike="noStrike" u="none">
                <a:solidFill>
                  <a:srgbClr val="111111"/>
                </a:solidFill>
                <a:effectLst/>
                <a:uFillTx/>
                <a:latin typeface="Aptos"/>
                <a:ea typeface="Aptos"/>
              </a:rPr>
              <a:t>a</a:t>
            </a:r>
            <a:r>
              <a:rPr b="0" lang="en-US" sz="1040" strike="noStrike" u="none">
                <a:solidFill>
                  <a:srgbClr val="111111"/>
                </a:solidFill>
                <a:effectLst/>
                <a:uFillTx/>
                <a:latin typeface="Aptos"/>
                <a:ea typeface="Aptos"/>
              </a:rPr>
              <a:t>n</a:t>
            </a:r>
            <a:r>
              <a:rPr b="0" lang="en-US" sz="1040" strike="noStrike" u="none">
                <a:solidFill>
                  <a:srgbClr val="111111"/>
                </a:solidFill>
                <a:effectLst/>
                <a:uFillTx/>
                <a:latin typeface="Aptos"/>
                <a:ea typeface="Aptos"/>
              </a:rPr>
              <a:t>a</a:t>
            </a:r>
            <a:r>
              <a:rPr b="0" lang="en-US" sz="1040" strike="noStrike" u="none">
                <a:solidFill>
                  <a:srgbClr val="111111"/>
                </a:solidFill>
                <a:effectLst/>
                <a:uFillTx/>
                <a:latin typeface="Aptos"/>
                <a:ea typeface="Aptos"/>
              </a:rPr>
              <a:t>t</a:t>
            </a:r>
            <a:r>
              <a:rPr b="0" lang="en-US" sz="1040" strike="noStrike" u="none">
                <a:solidFill>
                  <a:srgbClr val="111111"/>
                </a:solidFill>
                <a:effectLst/>
                <a:uFillTx/>
                <a:latin typeface="Aptos"/>
                <a:ea typeface="Aptos"/>
              </a:rPr>
              <a:t>i</a:t>
            </a:r>
            <a:r>
              <a:rPr b="0" lang="en-US" sz="1040" strike="noStrike" u="none">
                <a:solidFill>
                  <a:srgbClr val="111111"/>
                </a:solidFill>
                <a:effectLst/>
                <a:uFillTx/>
                <a:latin typeface="Aptos"/>
                <a:ea typeface="Aptos"/>
              </a:rPr>
              <a:t>o</a:t>
            </a:r>
            <a:r>
              <a:rPr b="0" lang="en-US" sz="1040" strike="noStrike" u="none">
                <a:solidFill>
                  <a:srgbClr val="111111"/>
                </a:solidFill>
                <a:effectLst/>
                <a:uFillTx/>
                <a:latin typeface="Aptos"/>
                <a:ea typeface="Aptos"/>
              </a:rPr>
              <a:t>n</a:t>
            </a:r>
            <a:endParaRPr b="0" lang="en-US" sz="1040" strike="noStrike" u="none">
              <a:solidFill>
                <a:srgbClr val="000000"/>
              </a:solidFill>
              <a:effectLst/>
              <a:uFillTx/>
              <a:latin typeface="Arial"/>
            </a:endParaRPr>
          </a:p>
        </p:txBody>
      </p:sp>
      <p:sp>
        <p:nvSpPr>
          <p:cNvPr id="400" name="Shape 54"/>
          <p:cNvSpPr/>
          <p:nvPr/>
        </p:nvSpPr>
        <p:spPr>
          <a:xfrm>
            <a:off x="7098840" y="5022720"/>
            <a:ext cx="36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1" name="Text 158"/>
          <p:cNvSpPr/>
          <p:nvPr/>
        </p:nvSpPr>
        <p:spPr>
          <a:xfrm>
            <a:off x="7250400" y="5046120"/>
            <a:ext cx="106416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07a78"/>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2" name="Text 159"/>
          <p:cNvSpPr/>
          <p:nvPr/>
        </p:nvSpPr>
        <p:spPr>
          <a:xfrm>
            <a:off x="716616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pre</a:t>
            </a:r>
            <a:r>
              <a:rPr b="0" lang="en-US" sz="1040" strike="noStrike" u="none">
                <a:solidFill>
                  <a:srgbClr val="111111"/>
                </a:solidFill>
                <a:effectLst/>
                <a:uFillTx/>
                <a:latin typeface="Aptos"/>
                <a:ea typeface="Aptos"/>
              </a:rPr>
              <a:t>dicti</a:t>
            </a:r>
            <a:r>
              <a:rPr b="0" lang="en-US" sz="1040" strike="noStrike" u="none">
                <a:solidFill>
                  <a:srgbClr val="111111"/>
                </a:solidFill>
                <a:effectLst/>
                <a:uFillTx/>
                <a:latin typeface="Aptos"/>
                <a:ea typeface="Aptos"/>
              </a:rPr>
              <a:t>on</a:t>
            </a:r>
            <a:endParaRPr b="0" lang="en-US" sz="1040" strike="noStrike" u="none">
              <a:solidFill>
                <a:srgbClr val="000000"/>
              </a:solidFill>
              <a:effectLst/>
              <a:uFillTx/>
              <a:latin typeface="Arial"/>
            </a:endParaRPr>
          </a:p>
        </p:txBody>
      </p:sp>
      <p:sp>
        <p:nvSpPr>
          <p:cNvPr id="403" name="Shape 55"/>
          <p:cNvSpPr/>
          <p:nvPr/>
        </p:nvSpPr>
        <p:spPr>
          <a:xfrm>
            <a:off x="8466480" y="5022720"/>
            <a:ext cx="36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4" name="Text 160"/>
          <p:cNvSpPr/>
          <p:nvPr/>
        </p:nvSpPr>
        <p:spPr>
          <a:xfrm>
            <a:off x="8617680" y="5046120"/>
            <a:ext cx="106452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07a78"/>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5" name="Text 161"/>
          <p:cNvSpPr/>
          <p:nvPr/>
        </p:nvSpPr>
        <p:spPr>
          <a:xfrm>
            <a:off x="8533800" y="5543640"/>
            <a:ext cx="123228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scenario testing</a:t>
            </a:r>
            <a:endParaRPr b="0" lang="en-US" sz="1040" strike="noStrike" u="none">
              <a:solidFill>
                <a:srgbClr val="000000"/>
              </a:solidFill>
              <a:effectLst/>
              <a:uFillTx/>
              <a:latin typeface="Arial"/>
            </a:endParaRPr>
          </a:p>
        </p:txBody>
      </p:sp>
      <p:sp>
        <p:nvSpPr>
          <p:cNvPr id="406" name="Shape 57"/>
          <p:cNvSpPr/>
          <p:nvPr/>
        </p:nvSpPr>
        <p:spPr>
          <a:xfrm>
            <a:off x="9834120" y="5022720"/>
            <a:ext cx="0" cy="597600"/>
          </a:xfrm>
          <a:prstGeom prst="line">
            <a:avLst/>
          </a:prstGeom>
          <a:ln w="10160">
            <a:solidFill>
              <a:srgbClr val="007a78"/>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7" name="Text 162"/>
          <p:cNvSpPr/>
          <p:nvPr/>
        </p:nvSpPr>
        <p:spPr>
          <a:xfrm>
            <a:off x="9985680" y="5046120"/>
            <a:ext cx="1064160" cy="39780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900" strike="noStrike" u="none">
                <a:solidFill>
                  <a:srgbClr val="05205f"/>
                </a:solidFill>
                <a:effectLst/>
                <a:uFillTx/>
                <a:latin typeface="Segoe UI Symbol"/>
                <a:ea typeface="Segoe UI Symbol"/>
              </a:rPr>
              <a:t>⚖</a:t>
            </a:r>
            <a:endParaRPr b="0" lang="en-US" sz="2900" strike="noStrike" u="none">
              <a:solidFill>
                <a:srgbClr val="000000"/>
              </a:solidFill>
              <a:effectLst/>
              <a:uFillTx/>
              <a:latin typeface="Arial"/>
            </a:endParaRPr>
          </a:p>
        </p:txBody>
      </p:sp>
      <p:sp>
        <p:nvSpPr>
          <p:cNvPr id="408" name="Text 163"/>
          <p:cNvSpPr/>
          <p:nvPr/>
        </p:nvSpPr>
        <p:spPr>
          <a:xfrm>
            <a:off x="9901440" y="5543640"/>
            <a:ext cx="1232640" cy="168120"/>
          </a:xfrm>
          <a:prstGeom prst="rect">
            <a:avLst/>
          </a:prstGeom>
          <a:noFill/>
          <a:ln w="0">
            <a:noFill/>
          </a:ln>
        </p:spPr>
        <p:style>
          <a:lnRef idx="0"/>
          <a:fillRef idx="0"/>
          <a:effectRef idx="0"/>
          <a:fontRef idx="minor"/>
        </p:style>
        <p:txBody>
          <a:bodyPr lIns="360" rIns="360" tIns="360" bIns="360" anchor="ctr">
            <a:normAutofit/>
          </a:bodyPr>
          <a:p>
            <a:pPr algn="ctr" defTabSz="914400">
              <a:lnSpc>
                <a:spcPct val="100000"/>
              </a:lnSpc>
              <a:tabLst>
                <a:tab algn="l" pos="0"/>
              </a:tabLst>
            </a:pPr>
            <a:r>
              <a:rPr b="0" lang="en-US" sz="1040" strike="noStrike" u="none">
                <a:solidFill>
                  <a:srgbClr val="111111"/>
                </a:solidFill>
                <a:effectLst/>
                <a:uFillTx/>
                <a:latin typeface="Aptos"/>
                <a:ea typeface="Aptos"/>
              </a:rPr>
              <a:t>policy support</a:t>
            </a:r>
            <a:endParaRPr b="0" lang="en-US" sz="1040" strike="noStrike" u="none">
              <a:solidFill>
                <a:srgbClr val="000000"/>
              </a:solidFill>
              <a:effectLst/>
              <a:uFillTx/>
              <a:latin typeface="Arial"/>
            </a:endParaRPr>
          </a:p>
        </p:txBody>
      </p:sp>
      <p:sp>
        <p:nvSpPr>
          <p:cNvPr id="409" name="Shape 58"/>
          <p:cNvSpPr/>
          <p:nvPr/>
        </p:nvSpPr>
        <p:spPr>
          <a:xfrm>
            <a:off x="1270800" y="5834520"/>
            <a:ext cx="9930600" cy="474480"/>
          </a:xfrm>
          <a:prstGeom prst="roundRect">
            <a:avLst>
              <a:gd name="adj" fmla="val 12903"/>
            </a:avLst>
          </a:prstGeom>
          <a:noFill/>
          <a:ln w="16510">
            <a:solidFill>
              <a:srgbClr val="05205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0" name="Text 164"/>
          <p:cNvSpPr/>
          <p:nvPr/>
        </p:nvSpPr>
        <p:spPr>
          <a:xfrm>
            <a:off x="1481040" y="5903640"/>
            <a:ext cx="462600" cy="321480"/>
          </a:xfrm>
          <a:prstGeom prst="rect">
            <a:avLst/>
          </a:prstGeom>
          <a:noFill/>
          <a:ln w="0">
            <a:noFill/>
          </a:ln>
        </p:spPr>
        <p:style>
          <a:lnRef idx="0"/>
          <a:fillRef idx="0"/>
          <a:effectRef idx="0"/>
          <a:fontRef idx="minor"/>
        </p:style>
        <p:txBody>
          <a:bodyPr lIns="360" rIns="360" tIns="360" bIns="360" anchor="ctr">
            <a:normAutofit fontScale="92500" lnSpcReduction="9999"/>
          </a:bodyPr>
          <a:p>
            <a:pPr algn="ctr" defTabSz="914400">
              <a:lnSpc>
                <a:spcPct val="100000"/>
              </a:lnSpc>
              <a:tabLst>
                <a:tab algn="l" pos="0"/>
              </a:tabLst>
            </a:pPr>
            <a:r>
              <a:rPr b="0" lang="en-US" sz="2500" strike="noStrike" u="none">
                <a:solidFill>
                  <a:srgbClr val="05205f"/>
                </a:solidFill>
                <a:effectLst/>
                <a:uFillTx/>
                <a:latin typeface="Segoe UI Symbol"/>
                <a:ea typeface="Segoe UI Symbol"/>
              </a:rPr>
              <a:t>🌐</a:t>
            </a:r>
            <a:endParaRPr b="0" lang="en-US" sz="2500" strike="noStrike" u="none">
              <a:solidFill>
                <a:srgbClr val="000000"/>
              </a:solidFill>
              <a:effectLst/>
              <a:uFillTx/>
              <a:latin typeface="Arial"/>
            </a:endParaRPr>
          </a:p>
        </p:txBody>
      </p:sp>
      <p:sp>
        <p:nvSpPr>
          <p:cNvPr id="411" name="Text 165"/>
          <p:cNvSpPr/>
          <p:nvPr/>
        </p:nvSpPr>
        <p:spPr>
          <a:xfrm>
            <a:off x="2154240" y="5903640"/>
            <a:ext cx="8836920" cy="32148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1" lang="en-US" sz="1220" strike="noStrike" u="none">
                <a:solidFill>
                  <a:srgbClr val="05205f"/>
                </a:solidFill>
                <a:effectLst/>
                <a:uFillTx/>
                <a:latin typeface="Aptos"/>
                <a:ea typeface="Aptos"/>
              </a:rPr>
              <a:t>Epidemiology</a:t>
            </a:r>
            <a:r>
              <a:rPr b="0" lang="en-US" sz="1220" strike="noStrike" u="none">
                <a:solidFill>
                  <a:srgbClr val="05205f"/>
                </a:solidFill>
                <a:effectLst/>
                <a:uFillTx/>
                <a:latin typeface="Aptos"/>
                <a:ea typeface="Aptos"/>
              </a:rPr>
              <a:t> studies disease events in populations; </a:t>
            </a:r>
            <a:r>
              <a:rPr b="1" lang="en-US" sz="1220" strike="noStrike" u="none">
                <a:solidFill>
                  <a:srgbClr val="007a78"/>
                </a:solidFill>
                <a:effectLst/>
                <a:uFillTx/>
                <a:latin typeface="Aptos"/>
                <a:ea typeface="Aptos"/>
              </a:rPr>
              <a:t>infectious disease modeling</a:t>
            </a:r>
            <a:endParaRPr b="0" lang="en-US" sz="1220" strike="noStrike" u="none">
              <a:solidFill>
                <a:srgbClr val="000000"/>
              </a:solidFill>
              <a:effectLst/>
              <a:uFillTx/>
              <a:latin typeface="Arial"/>
            </a:endParaRPr>
          </a:p>
          <a:p>
            <a:pPr defTabSz="914400">
              <a:lnSpc>
                <a:spcPct val="100000"/>
              </a:lnSpc>
              <a:tabLst>
                <a:tab algn="l" pos="0"/>
              </a:tabLst>
            </a:pPr>
            <a:r>
              <a:rPr b="0" lang="en-US" sz="1220" strike="noStrike" u="none">
                <a:solidFill>
                  <a:srgbClr val="05205f"/>
                </a:solidFill>
                <a:effectLst/>
                <a:uFillTx/>
                <a:latin typeface="Aptos"/>
                <a:ea typeface="Aptos"/>
              </a:rPr>
              <a:t>converts those observations into mathematical expressions that can explain, simulate, and predict spread.</a:t>
            </a:r>
            <a:endParaRPr b="0" lang="en-US" sz="122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u</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 </a:t>
            </a:r>
            <a:endParaRPr b="0" lang="en-US" sz="2500" strike="noStrike" u="none">
              <a:solidFill>
                <a:srgbClr val="000000"/>
              </a:solidFill>
              <a:effectLst/>
              <a:uFillTx/>
              <a:latin typeface="Arial"/>
            </a:endParaRPr>
          </a:p>
        </p:txBody>
      </p:sp>
      <p:sp>
        <p:nvSpPr>
          <p:cNvPr id="413" name="Textfeld 1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E103875E-660C-43DE-B77D-B21546F278EA}"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14" name="Rechteck 9"/>
          <p:cNvSpPr/>
          <p:nvPr/>
        </p:nvSpPr>
        <p:spPr>
          <a:xfrm>
            <a:off x="1007640" y="1018080"/>
            <a:ext cx="10784160" cy="645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15" name="Textfeld 16"/>
          <p:cNvSpPr/>
          <p:nvPr/>
        </p:nvSpPr>
        <p:spPr>
          <a:xfrm>
            <a:off x="1032120" y="1143000"/>
            <a:ext cx="10505880" cy="23572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When modeling infectious diseases, the notion of systems consists of an epidemiological triangle where infectious agent, host, and environment interact with each other.</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 These components interact in complicated ways so in order to move towards quantitative understanding  of how certain components affect certain outputs mathematical models are required.</a:t>
            </a:r>
            <a:endParaRPr b="0" lang="en-US" sz="18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pic>
        <p:nvPicPr>
          <p:cNvPr id="416" name="" descr=""/>
          <p:cNvPicPr/>
          <p:nvPr/>
        </p:nvPicPr>
        <p:blipFill>
          <a:blip r:embed="rId1"/>
          <a:stretch/>
        </p:blipFill>
        <p:spPr>
          <a:xfrm>
            <a:off x="4114800" y="3200400"/>
            <a:ext cx="3376800" cy="2971440"/>
          </a:xfrm>
          <a:prstGeom prst="rect">
            <a:avLst/>
          </a:prstGeom>
          <a:noFill/>
          <a:ln w="0">
            <a:noFill/>
          </a:ln>
        </p:spPr>
      </p:pic>
      <p:sp>
        <p:nvSpPr>
          <p:cNvPr id="417" name="Chevron 30"/>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18" name="Chevron 31"/>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19" name="Chevron 32"/>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20" name="Chevron 33"/>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The </a:t>
            </a:r>
            <a:r>
              <a:rPr b="1" lang="en-US" sz="5000" strike="noStrike" u="none" cap="all">
                <a:solidFill>
                  <a:schemeClr val="lt1"/>
                </a:solidFill>
                <a:effectLst/>
                <a:uFillTx/>
                <a:latin typeface="Calibri"/>
                <a:ea typeface="Arial"/>
              </a:rPr>
              <a:t>Foundat</a:t>
            </a:r>
            <a:r>
              <a:rPr b="1" lang="en-US" sz="5000" strike="noStrike" u="none" cap="all">
                <a:solidFill>
                  <a:schemeClr val="lt1"/>
                </a:solidFill>
                <a:effectLst/>
                <a:uFillTx/>
                <a:latin typeface="Calibri"/>
                <a:ea typeface="Arial"/>
              </a:rPr>
              <a:t>ion: </a:t>
            </a:r>
            <a:r>
              <a:rPr b="1" lang="en-US" sz="5000" strike="noStrike" u="none" cap="all">
                <a:solidFill>
                  <a:schemeClr val="lt1"/>
                </a:solidFill>
                <a:effectLst/>
                <a:uFillTx/>
                <a:latin typeface="Calibri"/>
                <a:ea typeface="Arial"/>
              </a:rPr>
              <a:t>compart</a:t>
            </a:r>
            <a:r>
              <a:rPr b="1" lang="en-US" sz="5000" strike="noStrike" u="none" cap="all">
                <a:solidFill>
                  <a:schemeClr val="lt1"/>
                </a:solidFill>
                <a:effectLst/>
                <a:uFillTx/>
                <a:latin typeface="Calibri"/>
                <a:ea typeface="Arial"/>
              </a:rPr>
              <a:t>mental </a:t>
            </a:r>
            <a:r>
              <a:rPr b="1" lang="en-US" sz="5000" strike="noStrike" u="none" cap="all">
                <a:solidFill>
                  <a:schemeClr val="lt1"/>
                </a:solidFill>
                <a:effectLst/>
                <a:uFillTx/>
                <a:latin typeface="Calibri"/>
                <a:ea typeface="Arial"/>
              </a:rPr>
              <a:t>models</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COMPARTMENTAL SIR-</a:t>
            </a:r>
            <a:r>
              <a:rPr b="1" lang="en-US" sz="2500" strike="noStrike" u="none" cap="all">
                <a:solidFill>
                  <a:schemeClr val="dk1"/>
                </a:solidFill>
                <a:effectLst/>
                <a:uFillTx/>
                <a:latin typeface="Calibri"/>
                <a:ea typeface="Arial"/>
              </a:rPr>
              <a:t>model </a:t>
            </a:r>
            <a:endParaRPr b="0" lang="en-US" sz="2500" strike="noStrike" u="none">
              <a:solidFill>
                <a:srgbClr val="000000"/>
              </a:solidFill>
              <a:effectLst/>
              <a:uFillTx/>
              <a:latin typeface="Arial"/>
            </a:endParaRPr>
          </a:p>
        </p:txBody>
      </p:sp>
      <p:sp>
        <p:nvSpPr>
          <p:cNvPr id="423" name="Textfeld 26"/>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BF292950-DE18-447D-9088-A278B75861C6}"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24" name="Chevron 42"/>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25" name="Chevron 43"/>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26" name="Chevron 44"/>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27" name="Chevron 45"/>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28" name="Textfeld 22"/>
          <p:cNvSpPr/>
          <p:nvPr/>
        </p:nvSpPr>
        <p:spPr>
          <a:xfrm>
            <a:off x="695520" y="914400"/>
            <a:ext cx="10505880" cy="263556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Compartmental model use a set of differential equations t describe an epidemic, which assumes mass-action kinetics. </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The simple SIR model contains the states: Susceptible population (S), Infected population (P), and Recovered population (P).</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The elements are individual hosts, and the kinetics quantifies host transition between states.</a:t>
            </a:r>
            <a:endParaRPr b="0" lang="en-US" sz="1800" strike="noStrike" u="none">
              <a:solidFill>
                <a:srgbClr val="000000"/>
              </a:solidFill>
              <a:effectLst/>
              <a:uFillTx/>
              <a:latin typeface="Arial"/>
            </a:endParaRPr>
          </a:p>
          <a:p>
            <a:pPr defTabSz="914400">
              <a:lnSpc>
                <a:spcPct val="100000"/>
              </a:lnSpc>
              <a:spcBef>
                <a:spcPts val="1191"/>
              </a:spcBef>
              <a:spcAft>
                <a:spcPts val="992"/>
              </a:spcAft>
            </a:pPr>
            <a:endParaRPr b="0" lang="en-US" sz="16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429" name="Oval 3"/>
          <p:cNvSpPr/>
          <p:nvPr/>
        </p:nvSpPr>
        <p:spPr>
          <a:xfrm>
            <a:off x="2108880" y="346572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430" name="Oval 4"/>
          <p:cNvSpPr/>
          <p:nvPr/>
        </p:nvSpPr>
        <p:spPr>
          <a:xfrm>
            <a:off x="5309280" y="346572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431" name="Oval 5"/>
          <p:cNvSpPr/>
          <p:nvPr/>
        </p:nvSpPr>
        <p:spPr>
          <a:xfrm>
            <a:off x="8509680" y="346572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cxnSp>
        <p:nvCxnSpPr>
          <p:cNvPr id="432" name="Connector 6"/>
          <p:cNvCxnSpPr/>
          <p:nvPr/>
        </p:nvCxnSpPr>
        <p:spPr>
          <a:xfrm>
            <a:off x="3663360" y="4242960"/>
            <a:ext cx="1646280" cy="360"/>
          </a:xfrm>
          <a:prstGeom prst="straightConnector1">
            <a:avLst/>
          </a:prstGeom>
          <a:ln w="28575">
            <a:solidFill>
              <a:srgbClr val="3c3c3c"/>
            </a:solidFill>
            <a:round/>
          </a:ln>
        </p:spPr>
      </p:cxnSp>
      <p:sp>
        <p:nvSpPr>
          <p:cNvPr id="433" name="TextBox 7"/>
          <p:cNvSpPr/>
          <p:nvPr/>
        </p:nvSpPr>
        <p:spPr>
          <a:xfrm>
            <a:off x="4435920" y="387720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434" name="Connector 8"/>
          <p:cNvCxnSpPr/>
          <p:nvPr/>
        </p:nvCxnSpPr>
        <p:spPr>
          <a:xfrm>
            <a:off x="6863760" y="4242960"/>
            <a:ext cx="1646280" cy="360"/>
          </a:xfrm>
          <a:prstGeom prst="straightConnector1">
            <a:avLst/>
          </a:prstGeom>
          <a:ln w="28575">
            <a:solidFill>
              <a:srgbClr val="3c3c3c"/>
            </a:solidFill>
            <a:round/>
          </a:ln>
        </p:spPr>
      </p:cxnSp>
      <p:sp>
        <p:nvSpPr>
          <p:cNvPr id="435" name="TextBox 9"/>
          <p:cNvSpPr/>
          <p:nvPr/>
        </p:nvSpPr>
        <p:spPr>
          <a:xfrm>
            <a:off x="7693560" y="387720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sp>
        <p:nvSpPr>
          <p:cNvPr id="436" name="TextBox 10"/>
          <p:cNvSpPr/>
          <p:nvPr/>
        </p:nvSpPr>
        <p:spPr>
          <a:xfrm>
            <a:off x="2302200" y="5372280"/>
            <a:ext cx="7982640" cy="33408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lang="en-US" sz="1600" strike="noStrike" u="none">
                <a:solidFill>
                  <a:srgbClr val="374151"/>
                </a:solidFill>
                <a:effectLst/>
                <a:uFillTx/>
                <a:latin typeface="Calibri"/>
              </a:rPr>
              <a:t>Flow: </a:t>
            </a:r>
            <a:r>
              <a:rPr b="0" lang="en-US" sz="1600" strike="noStrike" u="none">
                <a:solidFill>
                  <a:srgbClr val="374151"/>
                </a:solidFill>
                <a:effectLst/>
                <a:uFillTx/>
                <a:latin typeface="Calibri"/>
              </a:rPr>
              <a:t>susceptible </a:t>
            </a:r>
            <a:r>
              <a:rPr b="0" lang="en-US" sz="1600" strike="noStrike" u="none">
                <a:solidFill>
                  <a:srgbClr val="374151"/>
                </a:solidFill>
                <a:effectLst/>
                <a:uFillTx/>
                <a:latin typeface="Calibri"/>
              </a:rPr>
              <a:t>individuals </a:t>
            </a:r>
            <a:r>
              <a:rPr b="0" lang="en-US" sz="1600" strike="noStrike" u="none">
                <a:solidFill>
                  <a:srgbClr val="374151"/>
                </a:solidFill>
                <a:effectLst/>
                <a:uFillTx/>
                <a:latin typeface="Calibri"/>
              </a:rPr>
              <a:t>become </a:t>
            </a:r>
            <a:r>
              <a:rPr b="0" lang="en-US" sz="1600" strike="noStrike" u="none">
                <a:solidFill>
                  <a:srgbClr val="374151"/>
                </a:solidFill>
                <a:effectLst/>
                <a:uFillTx/>
                <a:latin typeface="Calibri"/>
              </a:rPr>
              <a:t>infectious, </a:t>
            </a:r>
            <a:r>
              <a:rPr b="0" lang="en-US" sz="1600" strike="noStrike" u="none">
                <a:solidFill>
                  <a:srgbClr val="374151"/>
                </a:solidFill>
                <a:effectLst/>
                <a:uFillTx/>
                <a:latin typeface="Calibri"/>
              </a:rPr>
              <a:t>and </a:t>
            </a:r>
            <a:r>
              <a:rPr b="0" lang="en-US" sz="1600" strike="noStrike" u="none">
                <a:solidFill>
                  <a:srgbClr val="374151"/>
                </a:solidFill>
                <a:effectLst/>
                <a:uFillTx/>
                <a:latin typeface="Calibri"/>
              </a:rPr>
              <a:t>infectious </a:t>
            </a:r>
            <a:r>
              <a:rPr b="0" lang="en-US" sz="1600" strike="noStrike" u="none">
                <a:solidFill>
                  <a:srgbClr val="374151"/>
                </a:solidFill>
                <a:effectLst/>
                <a:uFillTx/>
                <a:latin typeface="Calibri"/>
              </a:rPr>
              <a:t>individuals </a:t>
            </a:r>
            <a:r>
              <a:rPr b="0" lang="en-US" sz="1600" strike="noStrike" u="none">
                <a:solidFill>
                  <a:srgbClr val="374151"/>
                </a:solidFill>
                <a:effectLst/>
                <a:uFillTx/>
                <a:latin typeface="Calibri"/>
              </a:rPr>
              <a:t>recover.</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equ</a:t>
            </a:r>
            <a:r>
              <a:rPr b="1" lang="en-US" sz="2500" strike="noStrike" u="none" cap="all">
                <a:solidFill>
                  <a:schemeClr val="dk1"/>
                </a:solidFill>
                <a:effectLst/>
                <a:uFillTx/>
                <a:latin typeface="Calibri"/>
                <a:ea typeface="Arial"/>
              </a:rPr>
              <a:t>atio</a:t>
            </a:r>
            <a:r>
              <a:rPr b="1" lang="en-US" sz="2500" strike="noStrike" u="none" cap="all">
                <a:solidFill>
                  <a:schemeClr val="dk1"/>
                </a:solidFill>
                <a:effectLst/>
                <a:uFillTx/>
                <a:latin typeface="Calibri"/>
                <a:ea typeface="Arial"/>
              </a:rPr>
              <a:t>n </a:t>
            </a:r>
            <a:r>
              <a:rPr b="1" lang="en-US" sz="2500" strike="noStrike" u="none" cap="all">
                <a:solidFill>
                  <a:schemeClr val="dk1"/>
                </a:solidFill>
                <a:effectLst/>
                <a:uFillTx/>
                <a:latin typeface="Calibri"/>
                <a:ea typeface="Arial"/>
              </a:rPr>
              <a:t>syst</a:t>
            </a:r>
            <a:r>
              <a:rPr b="1" lang="en-US" sz="2500" strike="noStrike" u="none" cap="all">
                <a:solidFill>
                  <a:schemeClr val="dk1"/>
                </a:solidFill>
                <a:effectLst/>
                <a:uFillTx/>
                <a:latin typeface="Calibri"/>
                <a:ea typeface="Arial"/>
              </a:rPr>
              <a:t>em </a:t>
            </a:r>
            <a:r>
              <a:rPr b="1" lang="en-US" sz="2500" strike="noStrike" u="none" cap="all">
                <a:solidFill>
                  <a:schemeClr val="dk1"/>
                </a:solidFill>
                <a:effectLst/>
                <a:uFillTx/>
                <a:latin typeface="Calibri"/>
                <a:ea typeface="Arial"/>
              </a:rPr>
              <a:t>for </a:t>
            </a:r>
            <a:r>
              <a:rPr b="1" lang="en-US" sz="2500" strike="noStrike" u="none" cap="all">
                <a:solidFill>
                  <a:schemeClr val="dk1"/>
                </a:solidFill>
                <a:effectLst/>
                <a:uFillTx/>
                <a:latin typeface="Calibri"/>
                <a:ea typeface="Arial"/>
              </a:rPr>
              <a:t>SIR-</a:t>
            </a:r>
            <a:r>
              <a:rPr b="1" lang="en-US" sz="2500" strike="noStrike" u="none" cap="all">
                <a:solidFill>
                  <a:schemeClr val="dk1"/>
                </a:solidFill>
                <a:effectLst/>
                <a:uFillTx/>
                <a:latin typeface="Calibri"/>
                <a:ea typeface="Arial"/>
              </a:rPr>
              <a:t>mo</a:t>
            </a:r>
            <a:r>
              <a:rPr b="1" lang="en-US" sz="2500" strike="noStrike" u="none" cap="all">
                <a:solidFill>
                  <a:schemeClr val="dk1"/>
                </a:solidFill>
                <a:effectLst/>
                <a:uFillTx/>
                <a:latin typeface="Calibri"/>
                <a:ea typeface="Arial"/>
              </a:rPr>
              <a:t>del</a:t>
            </a:r>
            <a:endParaRPr b="0" lang="en-US" sz="2500" strike="noStrike" u="none">
              <a:solidFill>
                <a:srgbClr val="000000"/>
              </a:solidFill>
              <a:effectLst/>
              <a:uFillTx/>
              <a:latin typeface="Arial"/>
            </a:endParaRPr>
          </a:p>
        </p:txBody>
      </p:sp>
      <p:sp>
        <p:nvSpPr>
          <p:cNvPr id="438" name="Textfeld 5"/>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71F10800-D1CD-4C9C-B58C-5C0C975F944D}"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39" name="Rechteck 4"/>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a typeface="DejaVu Sans"/>
            </a:endParaRPr>
          </a:p>
        </p:txBody>
      </p:sp>
      <p:sp>
        <p:nvSpPr>
          <p:cNvPr id="440" name="Chevron 10"/>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41" name="Chevron 11"/>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42" name="Chevron 12"/>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43" name="Chevron 13"/>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44" name="SIR equation – dS"/>
          <p:cNvSpPr/>
          <p:nvPr/>
        </p:nvSpPr>
        <p:spPr>
          <a:xfrm>
            <a:off x="1143000" y="1682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445" name="SIR equation – fraction bar"/>
          <p:cNvSpPr/>
          <p:nvPr/>
        </p:nvSpPr>
        <p:spPr>
          <a:xfrm>
            <a:off x="1197720" y="202572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46" name="SIR equation – dt"/>
          <p:cNvSpPr/>
          <p:nvPr/>
        </p:nvSpPr>
        <p:spPr>
          <a:xfrm>
            <a:off x="1143000" y="20851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47" name="SIR equation – ="/>
          <p:cNvSpPr/>
          <p:nvPr/>
        </p:nvSpPr>
        <p:spPr>
          <a:xfrm>
            <a:off x="2057400" y="18655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48" name="SIR equation – −βSI"/>
          <p:cNvSpPr/>
          <p:nvPr/>
        </p:nvSpPr>
        <p:spPr>
          <a:xfrm>
            <a:off x="2560320" y="18381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a:t>
            </a:r>
            <a:endParaRPr b="0" lang="en-US" sz="3000" strike="noStrike" u="none">
              <a:solidFill>
                <a:srgbClr val="000000"/>
              </a:solidFill>
              <a:effectLst/>
              <a:uFillTx/>
              <a:latin typeface="Arial"/>
            </a:endParaRPr>
          </a:p>
        </p:txBody>
      </p:sp>
      <p:sp>
        <p:nvSpPr>
          <p:cNvPr id="449" name="SIR equation – dI"/>
          <p:cNvSpPr/>
          <p:nvPr/>
        </p:nvSpPr>
        <p:spPr>
          <a:xfrm>
            <a:off x="1143000" y="25423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450" name="SIR equation – fraction bar"/>
          <p:cNvSpPr/>
          <p:nvPr/>
        </p:nvSpPr>
        <p:spPr>
          <a:xfrm>
            <a:off x="1197720" y="288540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51" name="SIR equation – dt"/>
          <p:cNvSpPr/>
          <p:nvPr/>
        </p:nvSpPr>
        <p:spPr>
          <a:xfrm>
            <a:off x="1143000" y="294480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52" name="SIR equation – ="/>
          <p:cNvSpPr/>
          <p:nvPr/>
        </p:nvSpPr>
        <p:spPr>
          <a:xfrm>
            <a:off x="2057400" y="272520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53" name="SIR equation – βSI − γI"/>
          <p:cNvSpPr/>
          <p:nvPr/>
        </p:nvSpPr>
        <p:spPr>
          <a:xfrm>
            <a:off x="2560320" y="269784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a:t>
            </a:r>
            <a:endParaRPr b="0" lang="en-US" sz="3000" strike="noStrike" u="none">
              <a:solidFill>
                <a:srgbClr val="000000"/>
              </a:solidFill>
              <a:effectLst/>
              <a:uFillTx/>
              <a:latin typeface="Arial"/>
            </a:endParaRPr>
          </a:p>
        </p:txBody>
      </p:sp>
      <p:sp>
        <p:nvSpPr>
          <p:cNvPr id="454" name="SIR equation – dR"/>
          <p:cNvSpPr/>
          <p:nvPr/>
        </p:nvSpPr>
        <p:spPr>
          <a:xfrm>
            <a:off x="1143000" y="340200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455" name="SIR equation – fraction bar"/>
          <p:cNvSpPr/>
          <p:nvPr/>
        </p:nvSpPr>
        <p:spPr>
          <a:xfrm>
            <a:off x="1197720" y="374472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56" name="SIR equation – dt"/>
          <p:cNvSpPr/>
          <p:nvPr/>
        </p:nvSpPr>
        <p:spPr>
          <a:xfrm>
            <a:off x="1143000" y="380412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57" name="SIR equation – ="/>
          <p:cNvSpPr/>
          <p:nvPr/>
        </p:nvSpPr>
        <p:spPr>
          <a:xfrm>
            <a:off x="2057400" y="358488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58" name="SIR equation – γI"/>
          <p:cNvSpPr/>
          <p:nvPr/>
        </p:nvSpPr>
        <p:spPr>
          <a:xfrm>
            <a:off x="2560320" y="35571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459" name="Rounded Rectangle 3"/>
          <p:cNvSpPr/>
          <p:nvPr/>
        </p:nvSpPr>
        <p:spPr>
          <a:xfrm>
            <a:off x="6400800" y="9327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p:txBody>
      </p:sp>
      <p:sp>
        <p:nvSpPr>
          <p:cNvPr id="460" name="Rounded Rectangle 4"/>
          <p:cNvSpPr/>
          <p:nvPr/>
        </p:nvSpPr>
        <p:spPr>
          <a:xfrm>
            <a:off x="6400800" y="388620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a:t>
            </a:r>
            <a:endParaRPr b="0" lang="en-US" sz="2500" strike="noStrike" u="none">
              <a:solidFill>
                <a:srgbClr val="000000"/>
              </a:solidFill>
              <a:effectLst/>
              <a:uFillTx/>
              <a:latin typeface="Arial"/>
            </a:endParaRPr>
          </a:p>
        </p:txBody>
      </p:sp>
      <p:sp>
        <p:nvSpPr>
          <p:cNvPr id="462" name="Textfeld 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AD6FB2E-2786-45C5-AE7F-D96691FF8CC5}"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63" name="Rechteck 6"/>
          <p:cNvSpPr/>
          <p:nvPr/>
        </p:nvSpPr>
        <p:spPr>
          <a:xfrm>
            <a:off x="970200" y="2286000"/>
            <a:ext cx="10688040" cy="1186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464" name="Chevron 14"/>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65" name="Chevron 15"/>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66" name="Chevron 16"/>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67" name="Chevron 17"/>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68" name="Rechteck 7"/>
          <p:cNvSpPr/>
          <p:nvPr/>
        </p:nvSpPr>
        <p:spPr>
          <a:xfrm>
            <a:off x="970200" y="914400"/>
            <a:ext cx="10688040" cy="33822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rgbClr val="000000"/>
                </a:solidFill>
                <a:effectLst/>
                <a:uFillTx/>
                <a:latin typeface="Arial"/>
                <a:ea typeface="DejaVu Sans"/>
              </a:rPr>
              <a:t>Bilin</a:t>
            </a:r>
            <a:r>
              <a:rPr b="0" lang="en-US" sz="1800" strike="noStrike" u="none">
                <a:solidFill>
                  <a:srgbClr val="000000"/>
                </a:solidFill>
                <a:effectLst/>
                <a:uFillTx/>
                <a:latin typeface="Arial"/>
                <a:ea typeface="DejaVu Sans"/>
              </a:rPr>
              <a:t>ear </a:t>
            </a:r>
            <a:r>
              <a:rPr b="0" lang="en-US" sz="1800" strike="noStrike" u="none">
                <a:solidFill>
                  <a:srgbClr val="000000"/>
                </a:solidFill>
                <a:effectLst/>
                <a:uFillTx/>
                <a:latin typeface="Arial"/>
                <a:ea typeface="DejaVu Sans"/>
              </a:rPr>
              <a:t>incid</a:t>
            </a:r>
            <a:r>
              <a:rPr b="0" lang="en-US" sz="1800" strike="noStrike" u="none">
                <a:solidFill>
                  <a:srgbClr val="000000"/>
                </a:solidFill>
                <a:effectLst/>
                <a:uFillTx/>
                <a:latin typeface="Arial"/>
                <a:ea typeface="DejaVu Sans"/>
              </a:rPr>
              <a:t>ence </a:t>
            </a:r>
            <a:r>
              <a:rPr b="0" lang="en-US" sz="1800" strike="noStrike" u="none">
                <a:solidFill>
                  <a:srgbClr val="000000"/>
                </a:solidFill>
                <a:effectLst/>
                <a:uFillTx/>
                <a:latin typeface="Arial"/>
                <a:ea typeface="DejaVu Sans"/>
              </a:rPr>
              <a:t>rate </a:t>
            </a:r>
            <a:r>
              <a:rPr b="0" lang="en-US" sz="1800" strike="noStrike" u="none">
                <a:solidFill>
                  <a:srgbClr val="000000"/>
                </a:solidFill>
                <a:effectLst/>
                <a:uFillTx/>
                <a:latin typeface="Arial"/>
                <a:ea typeface="DejaVu Sans"/>
              </a:rPr>
              <a:t>”βSI”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the </a:t>
            </a:r>
            <a:r>
              <a:rPr b="0" lang="en-US" sz="1800" strike="noStrike" u="none">
                <a:solidFill>
                  <a:srgbClr val="000000"/>
                </a:solidFill>
                <a:effectLst/>
                <a:uFillTx/>
                <a:latin typeface="Arial"/>
                <a:ea typeface="DejaVu Sans"/>
              </a:rPr>
              <a:t>origi</a:t>
            </a:r>
            <a:r>
              <a:rPr b="0" lang="en-US" sz="1800" strike="noStrike" u="none">
                <a:solidFill>
                  <a:srgbClr val="000000"/>
                </a:solidFill>
                <a:effectLst/>
                <a:uFillTx/>
                <a:latin typeface="Arial"/>
                <a:ea typeface="DejaVu Sans"/>
              </a:rPr>
              <a:t>nal </a:t>
            </a:r>
            <a:r>
              <a:rPr b="0" lang="en-US" sz="1800" strike="noStrike" u="none">
                <a:solidFill>
                  <a:srgbClr val="000000"/>
                </a:solidFill>
                <a:effectLst/>
                <a:uFillTx/>
                <a:latin typeface="Arial"/>
                <a:ea typeface="DejaVu Sans"/>
              </a:rPr>
              <a:t>SIR </a:t>
            </a:r>
            <a:r>
              <a:rPr b="0" lang="en-US" sz="1800" strike="noStrike" u="none">
                <a:solidFill>
                  <a:srgbClr val="000000"/>
                </a:solidFill>
                <a:effectLst/>
                <a:uFillTx/>
                <a:latin typeface="Arial"/>
                <a:ea typeface="DejaVu Sans"/>
              </a:rPr>
              <a:t>mod</a:t>
            </a:r>
            <a:r>
              <a:rPr b="0" lang="en-US" sz="1800" strike="noStrike" u="none">
                <a:solidFill>
                  <a:srgbClr val="000000"/>
                </a:solidFill>
                <a:effectLst/>
                <a:uFillTx/>
                <a:latin typeface="Arial"/>
                <a:ea typeface="DejaVu Sans"/>
              </a:rPr>
              <a:t>el </a:t>
            </a:r>
            <a:r>
              <a:rPr b="0" lang="en-US" sz="1800" strike="noStrike" u="none">
                <a:solidFill>
                  <a:srgbClr val="000000"/>
                </a:solidFill>
                <a:effectLst/>
                <a:uFillTx/>
                <a:latin typeface="Arial"/>
                <a:ea typeface="DejaVu Sans"/>
              </a:rPr>
              <a:t>not </a:t>
            </a:r>
            <a:r>
              <a:rPr b="0" lang="en-US" sz="1800" strike="noStrike" u="none">
                <a:solidFill>
                  <a:srgbClr val="000000"/>
                </a:solidFill>
                <a:effectLst/>
                <a:uFillTx/>
                <a:latin typeface="Arial"/>
                <a:ea typeface="DejaVu Sans"/>
              </a:rPr>
              <a:t>accu</a:t>
            </a:r>
            <a:r>
              <a:rPr b="0" lang="en-US" sz="1800" strike="noStrike" u="none">
                <a:solidFill>
                  <a:srgbClr val="000000"/>
                </a:solidFill>
                <a:effectLst/>
                <a:uFillTx/>
                <a:latin typeface="Arial"/>
                <a:ea typeface="DejaVu Sans"/>
              </a:rPr>
              <a:t>rate </a:t>
            </a:r>
            <a:r>
              <a:rPr b="0" lang="en-US" sz="1800" strike="noStrike" u="none">
                <a:solidFill>
                  <a:srgbClr val="000000"/>
                </a:solidFill>
                <a:effectLst/>
                <a:uFillTx/>
                <a:latin typeface="Arial"/>
                <a:ea typeface="DejaVu Sans"/>
              </a:rPr>
              <a:t>for </a:t>
            </a:r>
            <a:r>
              <a:rPr b="0" lang="en-US" sz="1800" strike="noStrike" u="none">
                <a:solidFill>
                  <a:srgbClr val="000000"/>
                </a:solidFill>
                <a:effectLst/>
                <a:uFillTx/>
                <a:latin typeface="Arial"/>
                <a:ea typeface="DejaVu Sans"/>
              </a:rPr>
              <a:t>large </a:t>
            </a:r>
            <a:r>
              <a:rPr b="0" lang="en-US" sz="1800" strike="noStrike" u="none">
                <a:solidFill>
                  <a:srgbClr val="000000"/>
                </a:solidFill>
                <a:effectLst/>
                <a:uFillTx/>
                <a:latin typeface="Arial"/>
                <a:ea typeface="DejaVu Sans"/>
              </a:rPr>
              <a:t>num</a:t>
            </a:r>
            <a:r>
              <a:rPr b="0" lang="en-US" sz="1800" strike="noStrike" u="none">
                <a:solidFill>
                  <a:srgbClr val="000000"/>
                </a:solidFill>
                <a:effectLst/>
                <a:uFillTx/>
                <a:latin typeface="Arial"/>
                <a:ea typeface="DejaVu Sans"/>
              </a:rPr>
              <a:t>ber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infec</a:t>
            </a:r>
            <a:r>
              <a:rPr b="0" lang="en-US" sz="1800" strike="noStrike" u="none">
                <a:solidFill>
                  <a:srgbClr val="000000"/>
                </a:solidFill>
                <a:effectLst/>
                <a:uFillTx/>
                <a:latin typeface="Arial"/>
                <a:ea typeface="DejaVu Sans"/>
              </a:rPr>
              <a:t>ted </a:t>
            </a:r>
            <a:r>
              <a:rPr b="0" lang="en-US" sz="1800" strike="noStrike" u="none">
                <a:solidFill>
                  <a:srgbClr val="000000"/>
                </a:solidFill>
                <a:effectLst/>
                <a:uFillTx/>
                <a:latin typeface="Arial"/>
                <a:ea typeface="DejaVu Sans"/>
              </a:rPr>
              <a:t>indivi</a:t>
            </a:r>
            <a:r>
              <a:rPr b="0" lang="en-US" sz="1800" strike="noStrike" u="none">
                <a:solidFill>
                  <a:srgbClr val="000000"/>
                </a:solidFill>
                <a:effectLst/>
                <a:uFillTx/>
                <a:latin typeface="Arial"/>
                <a:ea typeface="DejaVu Sans"/>
              </a:rPr>
              <a:t>dual</a:t>
            </a:r>
            <a:r>
              <a:rPr b="0" lang="en-US" sz="1800" strike="noStrike" u="none">
                <a:solidFill>
                  <a:srgbClr val="000000"/>
                </a:solidFill>
                <a:effectLst/>
                <a:uFillTx/>
                <a:latin typeface="Arial"/>
                <a:ea typeface="DejaVu Sans"/>
              </a:rPr>
              <a:t>s </a:t>
            </a:r>
            <a:r>
              <a:rPr b="0" lang="en-US" sz="1800" strike="noStrike" u="none">
                <a:solidFill>
                  <a:srgbClr val="000000"/>
                </a:solidFill>
                <a:effectLst/>
                <a:uFillTx/>
                <a:latin typeface="Arial"/>
                <a:ea typeface="DejaVu Sans"/>
              </a:rPr>
              <a:t>beca</a:t>
            </a:r>
            <a:r>
              <a:rPr b="0" lang="en-US" sz="1800" strike="noStrike" u="none">
                <a:solidFill>
                  <a:srgbClr val="000000"/>
                </a:solidFill>
                <a:effectLst/>
                <a:uFillTx/>
                <a:latin typeface="Arial"/>
                <a:ea typeface="DejaVu Sans"/>
              </a:rPr>
              <a:t>use </a:t>
            </a:r>
            <a:r>
              <a:rPr b="0" lang="en-US" sz="1800" strike="noStrike" u="none">
                <a:solidFill>
                  <a:srgbClr val="000000"/>
                </a:solidFill>
                <a:effectLst/>
                <a:uFillTx/>
                <a:latin typeface="Arial"/>
                <a:ea typeface="DejaVu Sans"/>
              </a:rPr>
              <a:t>of </a:t>
            </a:r>
            <a:r>
              <a:rPr b="0" lang="en-US" sz="1800" strike="noStrike" u="none">
                <a:solidFill>
                  <a:srgbClr val="000000"/>
                </a:solidFill>
                <a:effectLst/>
                <a:uFillTx/>
                <a:latin typeface="Arial"/>
                <a:ea typeface="DejaVu Sans"/>
              </a:rPr>
              <a:t>satur</a:t>
            </a:r>
            <a:r>
              <a:rPr b="0" lang="en-US" sz="1800" strike="noStrike" u="none">
                <a:solidFill>
                  <a:srgbClr val="000000"/>
                </a:solidFill>
                <a:effectLst/>
                <a:uFillTx/>
                <a:latin typeface="Arial"/>
                <a:ea typeface="DejaVu Sans"/>
              </a:rPr>
              <a:t>ation </a:t>
            </a:r>
            <a:r>
              <a:rPr b="0" lang="en-US" sz="1800" strike="noStrike" u="none">
                <a:solidFill>
                  <a:srgbClr val="000000"/>
                </a:solidFill>
                <a:effectLst/>
                <a:uFillTx/>
                <a:latin typeface="Arial"/>
                <a:ea typeface="DejaVu Sans"/>
              </a:rPr>
              <a:t>phen</a:t>
            </a:r>
            <a:r>
              <a:rPr b="0" lang="en-US" sz="1800" strike="noStrike" u="none">
                <a:solidFill>
                  <a:srgbClr val="000000"/>
                </a:solidFill>
                <a:effectLst/>
                <a:uFillTx/>
                <a:latin typeface="Arial"/>
                <a:ea typeface="DejaVu Sans"/>
              </a:rPr>
              <a:t>ome</a:t>
            </a:r>
            <a:r>
              <a:rPr b="0" lang="en-US" sz="1800" strike="noStrike" u="none">
                <a:solidFill>
                  <a:srgbClr val="000000"/>
                </a:solidFill>
                <a:effectLst/>
                <a:uFillTx/>
                <a:latin typeface="Arial"/>
                <a:ea typeface="DejaVu Sans"/>
              </a:rPr>
              <a:t>na</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For </a:t>
            </a:r>
            <a:r>
              <a:rPr b="0" lang="en-US" sz="1800" strike="noStrike" u="none">
                <a:solidFill>
                  <a:schemeClr val="dk1"/>
                </a:solidFill>
                <a:effectLst/>
                <a:uFillTx/>
                <a:latin typeface="Calibri"/>
                <a:ea typeface="Arial"/>
              </a:rPr>
              <a:t>this </a:t>
            </a:r>
            <a:r>
              <a:rPr b="0" lang="en-US" sz="1800" strike="noStrike" u="none">
                <a:solidFill>
                  <a:schemeClr val="dk1"/>
                </a:solidFill>
                <a:effectLst/>
                <a:uFillTx/>
                <a:latin typeface="Calibri"/>
                <a:ea typeface="Arial"/>
              </a:rPr>
              <a:t>limit</a:t>
            </a:r>
            <a:r>
              <a:rPr b="0" lang="en-US" sz="1800" strike="noStrike" u="none">
                <a:solidFill>
                  <a:schemeClr val="dk1"/>
                </a:solidFill>
                <a:effectLst/>
                <a:uFillTx/>
                <a:latin typeface="Calibri"/>
                <a:ea typeface="Arial"/>
              </a:rPr>
              <a:t>atio</a:t>
            </a:r>
            <a:r>
              <a:rPr b="0" lang="en-US" sz="1800" strike="noStrike" u="none">
                <a:solidFill>
                  <a:schemeClr val="dk1"/>
                </a:solidFill>
                <a:effectLst/>
                <a:uFillTx/>
                <a:latin typeface="Calibri"/>
                <a:ea typeface="Arial"/>
              </a:rPr>
              <a:t>ns </a:t>
            </a:r>
            <a:r>
              <a:rPr b="0" lang="en-US" sz="1800" strike="noStrike" u="none">
                <a:solidFill>
                  <a:schemeClr val="dk1"/>
                </a:solidFill>
                <a:effectLst/>
                <a:uFillTx/>
                <a:latin typeface="Calibri"/>
                <a:ea typeface="Arial"/>
              </a:rPr>
              <a:t>ther</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exte</a:t>
            </a:r>
            <a:r>
              <a:rPr b="0" lang="en-US" sz="1800" strike="noStrike" u="none">
                <a:solidFill>
                  <a:schemeClr val="dk1"/>
                </a:solidFill>
                <a:effectLst/>
                <a:uFillTx/>
                <a:latin typeface="Calibri"/>
                <a:ea typeface="Arial"/>
              </a:rPr>
              <a:t>nsio</a:t>
            </a:r>
            <a:r>
              <a:rPr b="0" lang="en-US" sz="1800" strike="noStrike" u="none">
                <a:solidFill>
                  <a:schemeClr val="dk1"/>
                </a:solidFill>
                <a:effectLst/>
                <a:uFillTx/>
                <a:latin typeface="Calibri"/>
                <a:ea typeface="Arial"/>
              </a:rPr>
              <a:t>ns of </a:t>
            </a:r>
            <a:r>
              <a:rPr b="0" lang="en-US" sz="1800" strike="noStrike" u="none">
                <a:solidFill>
                  <a:schemeClr val="dk1"/>
                </a:solidFill>
                <a:effectLst/>
                <a:uFillTx/>
                <a:latin typeface="Calibri"/>
                <a:ea typeface="Arial"/>
              </a:rPr>
              <a:t>stat</a:t>
            </a:r>
            <a:r>
              <a:rPr b="0" lang="en-US" sz="1800" strike="noStrike" u="none">
                <a:solidFill>
                  <a:schemeClr val="dk1"/>
                </a:solidFill>
                <a:effectLst/>
                <a:uFillTx/>
                <a:latin typeface="Calibri"/>
                <a:ea typeface="Arial"/>
              </a:rPr>
              <a:t>us of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SIR </a:t>
            </a:r>
            <a:r>
              <a:rPr b="0" lang="en-US" sz="1800" strike="noStrike" u="none">
                <a:solidFill>
                  <a:schemeClr val="dk1"/>
                </a:solidFill>
                <a:effectLst/>
                <a:uFillTx/>
                <a:latin typeface="Calibri"/>
                <a:ea typeface="Arial"/>
              </a:rPr>
              <a:t>mod</a:t>
            </a:r>
            <a:r>
              <a:rPr b="0" lang="en-US" sz="1800" strike="noStrike" u="none">
                <a:solidFill>
                  <a:schemeClr val="dk1"/>
                </a:solidFill>
                <a:effectLst/>
                <a:uFillTx/>
                <a:latin typeface="Calibri"/>
                <a:ea typeface="Arial"/>
              </a:rPr>
              <a:t>els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Usu</a:t>
            </a:r>
            <a:r>
              <a:rPr b="0" lang="en-US" sz="1800" strike="noStrike" u="none">
                <a:solidFill>
                  <a:schemeClr val="dk1"/>
                </a:solidFill>
                <a:effectLst/>
                <a:uFillTx/>
                <a:latin typeface="Calibri"/>
                <a:ea typeface="Arial"/>
              </a:rPr>
              <a:t>ally </a:t>
            </a:r>
            <a:r>
              <a:rPr b="0" lang="en-US" sz="1800" strike="noStrike" u="none">
                <a:solidFill>
                  <a:schemeClr val="dk1"/>
                </a:solidFill>
                <a:effectLst/>
                <a:uFillTx/>
                <a:latin typeface="Calibri"/>
                <a:ea typeface="Arial"/>
              </a:rPr>
              <a:t>mad</a:t>
            </a:r>
            <a:r>
              <a:rPr b="0" lang="en-US" sz="1800" strike="noStrike" u="none">
                <a:solidFill>
                  <a:schemeClr val="dk1"/>
                </a:solidFill>
                <a:effectLst/>
                <a:uFillTx/>
                <a:latin typeface="Calibri"/>
                <a:ea typeface="Arial"/>
              </a:rPr>
              <a:t>e by </a:t>
            </a:r>
            <a:r>
              <a:rPr b="0" lang="en-US" sz="1800" strike="noStrike" u="none">
                <a:solidFill>
                  <a:schemeClr val="dk1"/>
                </a:solidFill>
                <a:effectLst/>
                <a:uFillTx/>
                <a:latin typeface="Calibri"/>
                <a:ea typeface="Arial"/>
              </a:rPr>
              <a:t>cons</a:t>
            </a:r>
            <a:r>
              <a:rPr b="0" lang="en-US" sz="1800" strike="noStrike" u="none">
                <a:solidFill>
                  <a:schemeClr val="dk1"/>
                </a:solidFill>
                <a:effectLst/>
                <a:uFillTx/>
                <a:latin typeface="Calibri"/>
                <a:ea typeface="Arial"/>
              </a:rPr>
              <a:t>ideri</a:t>
            </a:r>
            <a:r>
              <a:rPr b="0" lang="en-US" sz="1800" strike="noStrike" u="none">
                <a:solidFill>
                  <a:schemeClr val="dk1"/>
                </a:solidFill>
                <a:effectLst/>
                <a:uFillTx/>
                <a:latin typeface="Calibri"/>
                <a:ea typeface="Arial"/>
              </a:rPr>
              <a:t>ng </a:t>
            </a:r>
            <a:r>
              <a:rPr b="0" lang="en-US" sz="1800" strike="noStrike" u="none">
                <a:solidFill>
                  <a:schemeClr val="dk1"/>
                </a:solidFill>
                <a:effectLst/>
                <a:uFillTx/>
                <a:latin typeface="Calibri"/>
                <a:ea typeface="Arial"/>
              </a:rPr>
              <a:t>mor</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clini</a:t>
            </a:r>
            <a:r>
              <a:rPr b="0" lang="en-US" sz="1800" strike="noStrike" u="none">
                <a:solidFill>
                  <a:schemeClr val="dk1"/>
                </a:solidFill>
                <a:effectLst/>
                <a:uFillTx/>
                <a:latin typeface="Calibri"/>
                <a:ea typeface="Arial"/>
              </a:rPr>
              <a:t>cal </a:t>
            </a:r>
            <a:r>
              <a:rPr b="0" lang="en-US" sz="1800" strike="noStrike" u="none">
                <a:solidFill>
                  <a:schemeClr val="dk1"/>
                </a:solidFill>
                <a:effectLst/>
                <a:uFillTx/>
                <a:latin typeface="Calibri"/>
                <a:ea typeface="Arial"/>
              </a:rPr>
              <a:t>state</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than </a:t>
            </a:r>
            <a:r>
              <a:rPr b="0" lang="en-US" sz="1800" strike="noStrike" u="none">
                <a:solidFill>
                  <a:schemeClr val="dk1"/>
                </a:solidFill>
                <a:effectLst/>
                <a:uFillTx/>
                <a:latin typeface="Calibri"/>
                <a:ea typeface="Arial"/>
              </a:rPr>
              <a:t>just </a:t>
            </a:r>
            <a:r>
              <a:rPr b="0" lang="en-US" sz="1800" strike="noStrike" u="none">
                <a:solidFill>
                  <a:schemeClr val="dk1"/>
                </a:solidFill>
                <a:effectLst/>
                <a:uFillTx/>
                <a:latin typeface="Calibri"/>
                <a:ea typeface="Arial"/>
              </a:rPr>
              <a:t>S(t), </a:t>
            </a:r>
            <a:r>
              <a:rPr b="0" lang="en-US" sz="1800" strike="noStrike" u="none">
                <a:solidFill>
                  <a:schemeClr val="dk1"/>
                </a:solidFill>
                <a:effectLst/>
                <a:uFillTx/>
                <a:latin typeface="Calibri"/>
                <a:ea typeface="Arial"/>
              </a:rPr>
              <a:t>I(t), </a:t>
            </a:r>
            <a:r>
              <a:rPr b="0" lang="en-US" sz="1800" strike="noStrike" u="none">
                <a:solidFill>
                  <a:schemeClr val="dk1"/>
                </a:solidFill>
                <a:effectLst/>
                <a:uFillTx/>
                <a:latin typeface="Calibri"/>
                <a:ea typeface="Arial"/>
              </a:rPr>
              <a:t>and </a:t>
            </a:r>
            <a:r>
              <a:rPr b="0" lang="en-US" sz="1800" strike="noStrike" u="none">
                <a:solidFill>
                  <a:schemeClr val="dk1"/>
                </a:solidFill>
                <a:effectLst/>
                <a:uFillTx/>
                <a:latin typeface="Calibri"/>
                <a:ea typeface="Arial"/>
              </a:rPr>
              <a:t>R(t)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Exa</a:t>
            </a:r>
            <a:r>
              <a:rPr b="0" lang="en-US" sz="1800" strike="noStrike" u="none">
                <a:solidFill>
                  <a:schemeClr val="dk1"/>
                </a:solidFill>
                <a:effectLst/>
                <a:uFillTx/>
                <a:latin typeface="Calibri"/>
                <a:ea typeface="Arial"/>
              </a:rPr>
              <a:t>mpl</a:t>
            </a:r>
            <a:r>
              <a:rPr b="0" lang="en-US" sz="1800" strike="noStrike" u="none">
                <a:solidFill>
                  <a:schemeClr val="dk1"/>
                </a:solidFill>
                <a:effectLst/>
                <a:uFillTx/>
                <a:latin typeface="Calibri"/>
                <a:ea typeface="Arial"/>
              </a:rPr>
              <a:t>es of </a:t>
            </a:r>
            <a:r>
              <a:rPr b="0" lang="en-US" sz="1800" strike="noStrike" u="none">
                <a:solidFill>
                  <a:schemeClr val="dk1"/>
                </a:solidFill>
                <a:effectLst/>
                <a:uFillTx/>
                <a:latin typeface="Calibri"/>
                <a:ea typeface="Arial"/>
              </a:rPr>
              <a:t>furt</a:t>
            </a:r>
            <a:r>
              <a:rPr b="0" lang="en-US" sz="1800" strike="noStrike" u="none">
                <a:solidFill>
                  <a:schemeClr val="dk1"/>
                </a:solidFill>
                <a:effectLst/>
                <a:uFillTx/>
                <a:latin typeface="Calibri"/>
                <a:ea typeface="Arial"/>
              </a:rPr>
              <a:t>her </a:t>
            </a:r>
            <a:r>
              <a:rPr b="0" lang="en-US" sz="1800" strike="noStrike" u="none">
                <a:solidFill>
                  <a:schemeClr val="dk1"/>
                </a:solidFill>
                <a:effectLst/>
                <a:uFillTx/>
                <a:latin typeface="Calibri"/>
                <a:ea typeface="Arial"/>
              </a:rPr>
              <a:t>com</a:t>
            </a:r>
            <a:r>
              <a:rPr b="0" lang="en-US" sz="1800" strike="noStrike" u="none">
                <a:solidFill>
                  <a:schemeClr val="dk1"/>
                </a:solidFill>
                <a:effectLst/>
                <a:uFillTx/>
                <a:latin typeface="Calibri"/>
                <a:ea typeface="Arial"/>
              </a:rPr>
              <a:t>part</a:t>
            </a:r>
            <a:r>
              <a:rPr b="0" lang="en-US" sz="1800" strike="noStrike" u="none">
                <a:solidFill>
                  <a:schemeClr val="dk1"/>
                </a:solidFill>
                <a:effectLst/>
                <a:uFillTx/>
                <a:latin typeface="Calibri"/>
                <a:ea typeface="Arial"/>
              </a:rPr>
              <a:t>men</a:t>
            </a:r>
            <a:r>
              <a:rPr b="0" lang="en-US" sz="1800" strike="noStrike" u="none">
                <a:solidFill>
                  <a:schemeClr val="dk1"/>
                </a:solidFill>
                <a:effectLst/>
                <a:uFillTx/>
                <a:latin typeface="Calibri"/>
                <a:ea typeface="Arial"/>
              </a:rPr>
              <a:t>ts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imm</a:t>
            </a:r>
            <a:r>
              <a:rPr b="0" lang="en-US" sz="1800" strike="noStrike" u="none">
                <a:solidFill>
                  <a:schemeClr val="dk1"/>
                </a:solidFill>
                <a:effectLst/>
                <a:uFillTx/>
                <a:latin typeface="Calibri"/>
                <a:ea typeface="Arial"/>
              </a:rPr>
              <a:t>uniz</a:t>
            </a:r>
            <a:r>
              <a:rPr b="0" lang="en-US" sz="1800" strike="noStrike" u="none">
                <a:solidFill>
                  <a:schemeClr val="dk1"/>
                </a:solidFill>
                <a:effectLst/>
                <a:uFillTx/>
                <a:latin typeface="Calibri"/>
                <a:ea typeface="Arial"/>
              </a:rPr>
              <a:t>ed </a:t>
            </a:r>
            <a:r>
              <a:rPr b="0" lang="en-US" sz="1800" strike="noStrike" u="none">
                <a:solidFill>
                  <a:schemeClr val="dk1"/>
                </a:solidFill>
                <a:effectLst/>
                <a:uFillTx/>
                <a:latin typeface="Calibri"/>
                <a:ea typeface="Arial"/>
              </a:rPr>
              <a:t>(V),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dece</a:t>
            </a:r>
            <a:r>
              <a:rPr b="0" lang="en-US" sz="1800" strike="noStrike" u="none">
                <a:solidFill>
                  <a:schemeClr val="dk1"/>
                </a:solidFill>
                <a:effectLst/>
                <a:uFillTx/>
                <a:latin typeface="Calibri"/>
                <a:ea typeface="Arial"/>
              </a:rPr>
              <a:t>ased </a:t>
            </a:r>
            <a:r>
              <a:rPr b="0" lang="en-US" sz="1800" strike="noStrike" u="none">
                <a:solidFill>
                  <a:schemeClr val="dk1"/>
                </a:solidFill>
                <a:effectLst/>
                <a:uFillTx/>
                <a:latin typeface="Calibri"/>
                <a:ea typeface="Arial"/>
              </a:rPr>
              <a:t>(D),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asy</a:t>
            </a:r>
            <a:r>
              <a:rPr b="0" lang="en-US" sz="1800" strike="noStrike" u="none">
                <a:solidFill>
                  <a:schemeClr val="dk1"/>
                </a:solidFill>
                <a:effectLst/>
                <a:uFillTx/>
                <a:latin typeface="Calibri"/>
                <a:ea typeface="Arial"/>
              </a:rPr>
              <a:t>mpt</a:t>
            </a:r>
            <a:r>
              <a:rPr b="0" lang="en-US" sz="1800" strike="noStrike" u="none">
                <a:solidFill>
                  <a:schemeClr val="dk1"/>
                </a:solidFill>
                <a:effectLst/>
                <a:uFillTx/>
                <a:latin typeface="Calibri"/>
                <a:ea typeface="Arial"/>
              </a:rPr>
              <a:t>oma</a:t>
            </a:r>
            <a:r>
              <a:rPr b="0" lang="en-US" sz="1800" strike="noStrike" u="none">
                <a:solidFill>
                  <a:schemeClr val="dk1"/>
                </a:solidFill>
                <a:effectLst/>
                <a:uFillTx/>
                <a:latin typeface="Calibri"/>
                <a:ea typeface="Arial"/>
              </a:rPr>
              <a:t>tic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hosp</a:t>
            </a:r>
            <a:r>
              <a:rPr b="0" lang="en-US" sz="1800" strike="noStrike" u="none">
                <a:solidFill>
                  <a:schemeClr val="dk1"/>
                </a:solidFill>
                <a:effectLst/>
                <a:uFillTx/>
                <a:latin typeface="Calibri"/>
                <a:ea typeface="Arial"/>
              </a:rPr>
              <a:t>italiz</a:t>
            </a:r>
            <a:r>
              <a:rPr b="0" lang="en-US" sz="1800" strike="noStrike" u="none">
                <a:solidFill>
                  <a:schemeClr val="dk1"/>
                </a:solidFill>
                <a:effectLst/>
                <a:uFillTx/>
                <a:latin typeface="Calibri"/>
                <a:ea typeface="Arial"/>
              </a:rPr>
              <a:t>ed </a:t>
            </a:r>
            <a:r>
              <a:rPr b="0" lang="en-US" sz="1800" strike="noStrike" u="none">
                <a:solidFill>
                  <a:schemeClr val="dk1"/>
                </a:solidFill>
                <a:effectLst/>
                <a:uFillTx/>
                <a:latin typeface="Calibri"/>
                <a:ea typeface="Arial"/>
              </a:rPr>
              <a:t>(H),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quar</a:t>
            </a:r>
            <a:r>
              <a:rPr b="0" lang="en-US" sz="1800" strike="noStrike" u="none">
                <a:solidFill>
                  <a:schemeClr val="dk1"/>
                </a:solidFill>
                <a:effectLst/>
                <a:uFillTx/>
                <a:latin typeface="Calibri"/>
                <a:ea typeface="Arial"/>
              </a:rPr>
              <a:t>anti</a:t>
            </a:r>
            <a:r>
              <a:rPr b="0" lang="en-US" sz="1800" strike="noStrike" u="none">
                <a:solidFill>
                  <a:schemeClr val="dk1"/>
                </a:solidFill>
                <a:effectLst/>
                <a:uFillTx/>
                <a:latin typeface="Calibri"/>
                <a:ea typeface="Arial"/>
              </a:rPr>
              <a:t>ned </a:t>
            </a:r>
            <a:r>
              <a:rPr b="0" lang="en-US" sz="1800" strike="noStrike" u="none">
                <a:solidFill>
                  <a:schemeClr val="dk1"/>
                </a:solidFill>
                <a:effectLst/>
                <a:uFillTx/>
                <a:latin typeface="Calibri"/>
                <a:ea typeface="Arial"/>
              </a:rPr>
              <a:t>(Q)</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Intro</a:t>
            </a:r>
            <a:r>
              <a:rPr b="0" lang="en-US" sz="1800" strike="noStrike" u="none">
                <a:solidFill>
                  <a:schemeClr val="dk1"/>
                </a:solidFill>
                <a:effectLst/>
                <a:uFillTx/>
                <a:latin typeface="Calibri"/>
                <a:ea typeface="Arial"/>
              </a:rPr>
              <a:t>duci</a:t>
            </a:r>
            <a:r>
              <a:rPr b="0" lang="en-US" sz="1800" strike="noStrike" u="none">
                <a:solidFill>
                  <a:schemeClr val="dk1"/>
                </a:solidFill>
                <a:effectLst/>
                <a:uFillTx/>
                <a:latin typeface="Calibri"/>
                <a:ea typeface="Arial"/>
              </a:rPr>
              <a:t>ng </a:t>
            </a:r>
            <a:r>
              <a:rPr b="0" lang="en-US" sz="1800" strike="noStrike" u="none">
                <a:solidFill>
                  <a:schemeClr val="dk1"/>
                </a:solidFill>
                <a:effectLst/>
                <a:uFillTx/>
                <a:latin typeface="Calibri"/>
                <a:ea typeface="Arial"/>
              </a:rPr>
              <a:t>new </a:t>
            </a:r>
            <a:r>
              <a:rPr b="0" lang="en-US" sz="1800" strike="noStrike" u="none">
                <a:solidFill>
                  <a:schemeClr val="dk1"/>
                </a:solidFill>
                <a:effectLst/>
                <a:uFillTx/>
                <a:latin typeface="Calibri"/>
                <a:ea typeface="Arial"/>
              </a:rPr>
              <a:t>para</a:t>
            </a:r>
            <a:r>
              <a:rPr b="0" lang="en-US" sz="1800" strike="noStrike" u="none">
                <a:solidFill>
                  <a:schemeClr val="dk1"/>
                </a:solidFill>
                <a:effectLst/>
                <a:uFillTx/>
                <a:latin typeface="Calibri"/>
                <a:ea typeface="Arial"/>
              </a:rPr>
              <a:t>met</a:t>
            </a:r>
            <a:r>
              <a:rPr b="0" lang="en-US" sz="1800" strike="noStrike" u="none">
                <a:solidFill>
                  <a:schemeClr val="dk1"/>
                </a:solidFill>
                <a:effectLst/>
                <a:uFillTx/>
                <a:latin typeface="Calibri"/>
                <a:ea typeface="Arial"/>
              </a:rPr>
              <a:t>ers: </a:t>
            </a:r>
            <a:r>
              <a:rPr b="0" lang="en-US" sz="1800" strike="noStrike" u="none">
                <a:solidFill>
                  <a:schemeClr val="dk1"/>
                </a:solidFill>
                <a:effectLst/>
                <a:uFillTx/>
                <a:latin typeface="Calibri"/>
                <a:ea typeface="Arial"/>
              </a:rPr>
              <a:t>like </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feld 28"/>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E08AE0B9-3AF5-4783-906A-DB3B34D7CF0C}" type="slidenum">
              <a:rPr b="0" lang="de-DE" sz="1800" strike="noStrike" u="none">
                <a:solidFill>
                  <a:schemeClr val="dk1"/>
                </a:solidFill>
                <a:effectLst/>
                <a:uFillTx/>
                <a:latin typeface="Calibri"/>
                <a:ea typeface="Arial"/>
              </a:rPr>
              <a:t>4</a:t>
            </a:fld>
            <a:endParaRPr b="0" lang="en-US" sz="1800" strike="noStrike" u="none">
              <a:solidFill>
                <a:srgbClr val="000000"/>
              </a:solidFill>
              <a:effectLst/>
              <a:uFillTx/>
              <a:latin typeface="Arial"/>
            </a:endParaRPr>
          </a:p>
        </p:txBody>
      </p:sp>
      <p:sp>
        <p:nvSpPr>
          <p:cNvPr id="470" name="Rechteck 17"/>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a typeface="DejaVu Sans"/>
            </a:endParaRPr>
          </a:p>
        </p:txBody>
      </p:sp>
      <p:sp>
        <p:nvSpPr>
          <p:cNvPr id="471" name="Chevron 7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72" name="Chevron 82"/>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73" name="Chevron 83"/>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74" name="Chevron 84"/>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75" name="PlaceHolder 4"/>
          <p:cNvSpPr txBox="1"/>
          <p:nvPr/>
        </p:nvSpPr>
        <p:spPr>
          <a:xfrm>
            <a:off x="1007640" y="195840"/>
            <a:ext cx="10714320" cy="324360"/>
          </a:xfrm>
          <a:prstGeom prst="rect">
            <a:avLst/>
          </a:prstGeom>
          <a:noFill/>
          <a:ln w="0">
            <a:noFill/>
          </a:ln>
        </p:spPr>
        <p:txBody>
          <a:bodyPr lIns="0" rIns="0" tIns="0" bIns="0" anchor="t">
            <a:noAutofit/>
          </a:bodyPr>
          <a:p>
            <a:pPr defTabSz="914400">
              <a:lnSpc>
                <a:spcPct val="100000"/>
              </a:lnSpc>
              <a:tabLst>
                <a:tab algn="l" pos="0"/>
              </a:tabLst>
            </a:pPr>
            <a:r>
              <a:rPr b="1" lang="en-US" sz="2500" strike="noStrike" u="none" cap="all">
                <a:solidFill>
                  <a:schemeClr val="dk1"/>
                </a:solidFill>
                <a:effectLst/>
                <a:uFillTx/>
                <a:latin typeface="Calibri"/>
                <a:ea typeface="Arial"/>
              </a:rPr>
              <a:t> equation system with </a:t>
            </a:r>
            <a:r>
              <a:rPr b="1" lang="en-US" sz="2500" strike="noStrike" u="none" cap="all">
                <a:solidFill>
                  <a:schemeClr val="dk1"/>
                </a:solidFill>
                <a:effectLst/>
                <a:uFillTx/>
                <a:latin typeface="Calibri"/>
                <a:ea typeface="Arial"/>
              </a:rPr>
              <a:t>vaccination and death </a:t>
            </a:r>
            <a:r>
              <a:rPr b="1" lang="en-US" sz="2500" strike="noStrike" u="none" cap="all">
                <a:solidFill>
                  <a:schemeClr val="dk1"/>
                </a:solidFill>
                <a:effectLst/>
                <a:uFillTx/>
                <a:latin typeface="Calibri"/>
                <a:ea typeface="Arial"/>
              </a:rPr>
              <a:t>status</a:t>
            </a:r>
            <a:endParaRPr b="0" lang="en-US" sz="2500" strike="noStrike" u="none">
              <a:solidFill>
                <a:srgbClr val="000000"/>
              </a:solidFill>
              <a:effectLst/>
              <a:uFillTx/>
              <a:latin typeface="Arial"/>
            </a:endParaRPr>
          </a:p>
        </p:txBody>
      </p:sp>
      <p:sp>
        <p:nvSpPr>
          <p:cNvPr id="476" name="Oval 11"/>
          <p:cNvSpPr/>
          <p:nvPr/>
        </p:nvSpPr>
        <p:spPr>
          <a:xfrm>
            <a:off x="798120" y="259668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477" name="Oval 12"/>
          <p:cNvSpPr/>
          <p:nvPr/>
        </p:nvSpPr>
        <p:spPr>
          <a:xfrm>
            <a:off x="3175560" y="259668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478" name="Oval 13"/>
          <p:cNvSpPr/>
          <p:nvPr/>
        </p:nvSpPr>
        <p:spPr>
          <a:xfrm>
            <a:off x="5989680" y="160020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sp>
        <p:nvSpPr>
          <p:cNvPr id="479" name="Oval 14"/>
          <p:cNvSpPr/>
          <p:nvPr/>
        </p:nvSpPr>
        <p:spPr>
          <a:xfrm>
            <a:off x="5943600" y="3703680"/>
            <a:ext cx="1554120" cy="1554120"/>
          </a:xfrm>
          <a:prstGeom prst="ellipse">
            <a:avLst/>
          </a:prstGeom>
          <a:solidFill>
            <a:srgbClr val="f8e8be"/>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V</a:t>
            </a:r>
            <a:endParaRPr b="0" lang="en-US" sz="2000" strike="noStrike" u="none">
              <a:solidFill>
                <a:srgbClr val="000000"/>
              </a:solidFill>
              <a:effectLst/>
              <a:uFillTx/>
              <a:latin typeface="Arial"/>
            </a:endParaRPr>
          </a:p>
        </p:txBody>
      </p:sp>
      <p:cxnSp>
        <p:nvCxnSpPr>
          <p:cNvPr id="480" name="Connector 7"/>
          <p:cNvCxnSpPr/>
          <p:nvPr/>
        </p:nvCxnSpPr>
        <p:spPr>
          <a:xfrm>
            <a:off x="2352600" y="3373920"/>
            <a:ext cx="823320" cy="360"/>
          </a:xfrm>
          <a:prstGeom prst="straightConnector1">
            <a:avLst/>
          </a:prstGeom>
          <a:ln w="28575">
            <a:solidFill>
              <a:srgbClr val="3c3c3c"/>
            </a:solidFill>
            <a:round/>
          </a:ln>
        </p:spPr>
      </p:cxnSp>
      <p:sp>
        <p:nvSpPr>
          <p:cNvPr id="481" name="TextBox 8"/>
          <p:cNvSpPr/>
          <p:nvPr/>
        </p:nvSpPr>
        <p:spPr>
          <a:xfrm>
            <a:off x="2713680" y="300816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482" name="Connector 9"/>
          <p:cNvCxnSpPr>
            <a:endCxn id="478" idx="2"/>
          </p:cNvCxnSpPr>
          <p:nvPr/>
        </p:nvCxnSpPr>
        <p:spPr>
          <a:xfrm flipV="1">
            <a:off x="4730040" y="2377440"/>
            <a:ext cx="1260000" cy="859680"/>
          </a:xfrm>
          <a:prstGeom prst="straightConnector1">
            <a:avLst/>
          </a:prstGeom>
          <a:ln w="28575">
            <a:solidFill>
              <a:srgbClr val="3c3c3c"/>
            </a:solidFill>
            <a:round/>
          </a:ln>
        </p:spPr>
      </p:cxnSp>
      <p:sp>
        <p:nvSpPr>
          <p:cNvPr id="483" name="TextBox 12"/>
          <p:cNvSpPr/>
          <p:nvPr/>
        </p:nvSpPr>
        <p:spPr>
          <a:xfrm>
            <a:off x="5376960" y="234504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cxnSp>
        <p:nvCxnSpPr>
          <p:cNvPr id="484" name="Connector 11"/>
          <p:cNvCxnSpPr>
            <a:endCxn id="479" idx="1"/>
          </p:cNvCxnSpPr>
          <p:nvPr/>
        </p:nvCxnSpPr>
        <p:spPr>
          <a:xfrm>
            <a:off x="4730040" y="3373920"/>
            <a:ext cx="1441440" cy="557640"/>
          </a:xfrm>
          <a:prstGeom prst="straightConnector1">
            <a:avLst/>
          </a:prstGeom>
          <a:ln w="28575">
            <a:solidFill>
              <a:srgbClr val="3c3c3c"/>
            </a:solidFill>
            <a:round/>
          </a:ln>
        </p:spPr>
      </p:cxnSp>
      <p:sp>
        <p:nvSpPr>
          <p:cNvPr id="485" name="TextBox 14"/>
          <p:cNvSpPr/>
          <p:nvPr/>
        </p:nvSpPr>
        <p:spPr>
          <a:xfrm>
            <a:off x="5486400" y="3312000"/>
            <a:ext cx="360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δI</a:t>
            </a:r>
            <a:endParaRPr b="0" lang="en-US" sz="1400" strike="noStrike" u="none">
              <a:solidFill>
                <a:srgbClr val="000000"/>
              </a:solidFill>
              <a:effectLst/>
              <a:uFillTx/>
              <a:latin typeface="Arial"/>
            </a:endParaRPr>
          </a:p>
        </p:txBody>
      </p:sp>
      <p:sp>
        <p:nvSpPr>
          <p:cNvPr id="486" name="TextBox 19"/>
          <p:cNvSpPr/>
          <p:nvPr/>
        </p:nvSpPr>
        <p:spPr>
          <a:xfrm>
            <a:off x="8387640" y="1499400"/>
            <a:ext cx="2925720" cy="1492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800" strike="noStrike" u="none">
                <a:solidFill>
                  <a:srgbClr val="1f2937"/>
                </a:solidFill>
                <a:effectLst/>
                <a:uFillTx/>
                <a:latin typeface="Calibri"/>
              </a:rPr>
              <a:t>S: </a:t>
            </a:r>
            <a:r>
              <a:rPr b="1" lang="en-US" sz="1800" strike="noStrike" u="none">
                <a:solidFill>
                  <a:srgbClr val="1f2937"/>
                </a:solidFill>
                <a:effectLst/>
                <a:uFillTx/>
                <a:latin typeface="Calibri"/>
              </a:rPr>
              <a:t>Susce</a:t>
            </a:r>
            <a:r>
              <a:rPr b="1" lang="en-US" sz="1800" strike="noStrike" u="none">
                <a:solidFill>
                  <a:srgbClr val="1f2937"/>
                </a:solidFill>
                <a:effectLst/>
                <a:uFillTx/>
                <a:latin typeface="Calibri"/>
              </a:rPr>
              <a:t>ptible</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I: </a:t>
            </a:r>
            <a:r>
              <a:rPr b="0" lang="en-US" sz="1800" strike="noStrike" u="none">
                <a:solidFill>
                  <a:srgbClr val="1f2937"/>
                </a:solidFill>
                <a:effectLst/>
                <a:uFillTx/>
                <a:latin typeface="Calibri"/>
              </a:rPr>
              <a:t>Infecti</a:t>
            </a:r>
            <a:r>
              <a:rPr b="0" lang="en-US" sz="1800" strike="noStrike" u="none">
                <a:solidFill>
                  <a:srgbClr val="1f2937"/>
                </a:solidFill>
                <a:effectLst/>
                <a:uFillTx/>
                <a:latin typeface="Calibri"/>
              </a:rPr>
              <a:t>ous</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R: </a:t>
            </a:r>
            <a:r>
              <a:rPr b="0" lang="en-US" sz="1800" strike="noStrike" u="none">
                <a:solidFill>
                  <a:srgbClr val="1f2937"/>
                </a:solidFill>
                <a:effectLst/>
                <a:uFillTx/>
                <a:latin typeface="Calibri"/>
              </a:rPr>
              <a:t>Recov</a:t>
            </a:r>
            <a:r>
              <a:rPr b="0" lang="en-US" sz="1800" strike="noStrike" u="none">
                <a:solidFill>
                  <a:srgbClr val="1f2937"/>
                </a:solidFill>
                <a:effectLst/>
                <a:uFillTx/>
                <a:latin typeface="Calibri"/>
              </a:rPr>
              <a:t>ered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V: </a:t>
            </a:r>
            <a:r>
              <a:rPr b="0" lang="en-US" sz="1800" strike="noStrike" u="none">
                <a:solidFill>
                  <a:srgbClr val="1f2937"/>
                </a:solidFill>
                <a:effectLst/>
                <a:uFillTx/>
                <a:latin typeface="Calibri"/>
              </a:rPr>
              <a:t>Immu</a:t>
            </a:r>
            <a:r>
              <a:rPr b="0" lang="en-US" sz="1800" strike="noStrike" u="none">
                <a:solidFill>
                  <a:srgbClr val="1f2937"/>
                </a:solidFill>
                <a:effectLst/>
                <a:uFillTx/>
                <a:latin typeface="Calibri"/>
              </a:rPr>
              <a:t>nized</a:t>
            </a:r>
            <a:endParaRPr b="0" lang="en-US" sz="1800" strike="noStrike" u="none">
              <a:solidFill>
                <a:srgbClr val="000000"/>
              </a:solidFill>
              <a:effectLst/>
              <a:uFillTx/>
              <a:latin typeface="Arial"/>
            </a:endParaRPr>
          </a:p>
        </p:txBody>
      </p:sp>
      <p:sp>
        <p:nvSpPr>
          <p:cNvPr id="487" name="TextBox 20"/>
          <p:cNvSpPr/>
          <p:nvPr/>
        </p:nvSpPr>
        <p:spPr>
          <a:xfrm>
            <a:off x="8387640" y="1042200"/>
            <a:ext cx="20955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trike="noStrike" u="none">
                <a:solidFill>
                  <a:srgbClr val="1f2937"/>
                </a:solidFill>
                <a:effectLst/>
                <a:uFillTx/>
                <a:latin typeface="Calibri"/>
              </a:rPr>
              <a:t>Compart</a:t>
            </a:r>
            <a:r>
              <a:rPr b="1" lang="en-US" sz="2000" strike="noStrike" u="none">
                <a:solidFill>
                  <a:srgbClr val="1f2937"/>
                </a:solidFill>
                <a:effectLst/>
                <a:uFillTx/>
                <a:latin typeface="Calibri"/>
              </a:rPr>
              <a:t>ments</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 equation system for SIR-model </a:t>
            </a:r>
            <a:r>
              <a:rPr b="1" lang="en-US" sz="2500" strike="noStrike" u="none" cap="all">
                <a:solidFill>
                  <a:schemeClr val="dk1"/>
                </a:solidFill>
                <a:effectLst/>
                <a:uFillTx/>
                <a:latin typeface="Calibri"/>
                <a:ea typeface="Arial"/>
              </a:rPr>
              <a:t>with vaccination status</a:t>
            </a:r>
            <a:endParaRPr b="0" lang="en-US" sz="2500" strike="noStrike" u="none">
              <a:solidFill>
                <a:srgbClr val="000000"/>
              </a:solidFill>
              <a:effectLst/>
              <a:uFillTx/>
              <a:latin typeface="Arial"/>
            </a:endParaRPr>
          </a:p>
        </p:txBody>
      </p:sp>
      <p:sp>
        <p:nvSpPr>
          <p:cNvPr id="489" name="Textfeld 2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D83DFF04-FCD1-4F1E-99ED-DC7424730C0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490" name="Rechteck 14"/>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491" name="Chevron 69"/>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492" name="Chevron 70"/>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493" name="Chevron 71"/>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494" name="Chevron 72"/>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495" name="SIR equation – dS"/>
          <p:cNvSpPr/>
          <p:nvPr/>
        </p:nvSpPr>
        <p:spPr>
          <a:xfrm>
            <a:off x="1080720" y="15278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496" name="SIR equation – fraction bar"/>
          <p:cNvSpPr/>
          <p:nvPr/>
        </p:nvSpPr>
        <p:spPr>
          <a:xfrm>
            <a:off x="1135440" y="18705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497" name="SIR equation – dt"/>
          <p:cNvSpPr/>
          <p:nvPr/>
        </p:nvSpPr>
        <p:spPr>
          <a:xfrm>
            <a:off x="1080720" y="19299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498" name="SIR equation – ="/>
          <p:cNvSpPr/>
          <p:nvPr/>
        </p:nvSpPr>
        <p:spPr>
          <a:xfrm>
            <a:off x="1995120" y="17107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499" name="SIR equation – −βSI − δI"/>
          <p:cNvSpPr/>
          <p:nvPr/>
        </p:nvSpPr>
        <p:spPr>
          <a:xfrm>
            <a:off x="2498040" y="16830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δI</a:t>
            </a:r>
            <a:endParaRPr b="0" lang="en-US" sz="3000" strike="noStrike" u="none">
              <a:solidFill>
                <a:srgbClr val="000000"/>
              </a:solidFill>
              <a:effectLst/>
              <a:uFillTx/>
              <a:latin typeface="Arial"/>
            </a:endParaRPr>
          </a:p>
        </p:txBody>
      </p:sp>
      <p:sp>
        <p:nvSpPr>
          <p:cNvPr id="500" name="SIR equation – dI"/>
          <p:cNvSpPr/>
          <p:nvPr/>
        </p:nvSpPr>
        <p:spPr>
          <a:xfrm>
            <a:off x="1080720" y="23871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501" name="SIR equation – fraction bar"/>
          <p:cNvSpPr/>
          <p:nvPr/>
        </p:nvSpPr>
        <p:spPr>
          <a:xfrm>
            <a:off x="1135440" y="27302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02" name="SIR equation – dt"/>
          <p:cNvSpPr/>
          <p:nvPr/>
        </p:nvSpPr>
        <p:spPr>
          <a:xfrm>
            <a:off x="1080720" y="2789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03" name="SIR equation – ="/>
          <p:cNvSpPr/>
          <p:nvPr/>
        </p:nvSpPr>
        <p:spPr>
          <a:xfrm>
            <a:off x="1995120" y="25700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04" name="SIR equation – βSI − γI"/>
          <p:cNvSpPr/>
          <p:nvPr/>
        </p:nvSpPr>
        <p:spPr>
          <a:xfrm>
            <a:off x="2498040" y="25426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a:t>
            </a:r>
            <a:endParaRPr b="0" lang="en-US" sz="3000" strike="noStrike" u="none">
              <a:solidFill>
                <a:srgbClr val="000000"/>
              </a:solidFill>
              <a:effectLst/>
              <a:uFillTx/>
              <a:latin typeface="Arial"/>
            </a:endParaRPr>
          </a:p>
        </p:txBody>
      </p:sp>
      <p:sp>
        <p:nvSpPr>
          <p:cNvPr id="505" name="SIR equation – dR"/>
          <p:cNvSpPr/>
          <p:nvPr/>
        </p:nvSpPr>
        <p:spPr>
          <a:xfrm>
            <a:off x="1080720" y="32468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506" name="SIR equation – fraction bar"/>
          <p:cNvSpPr/>
          <p:nvPr/>
        </p:nvSpPr>
        <p:spPr>
          <a:xfrm>
            <a:off x="1135440" y="35895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07" name="SIR equation – dt"/>
          <p:cNvSpPr/>
          <p:nvPr/>
        </p:nvSpPr>
        <p:spPr>
          <a:xfrm>
            <a:off x="1080720" y="36489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08" name="SIR equation – ="/>
          <p:cNvSpPr/>
          <p:nvPr/>
        </p:nvSpPr>
        <p:spPr>
          <a:xfrm>
            <a:off x="1995120" y="34297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09" name="SIR equation – γI"/>
          <p:cNvSpPr/>
          <p:nvPr/>
        </p:nvSpPr>
        <p:spPr>
          <a:xfrm>
            <a:off x="2498040" y="340236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510" name="SIR equation – dV"/>
          <p:cNvSpPr/>
          <p:nvPr/>
        </p:nvSpPr>
        <p:spPr>
          <a:xfrm>
            <a:off x="1080720" y="41061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dV</a:t>
            </a:r>
            <a:endParaRPr b="0" lang="en-US" sz="2500" strike="noStrike" u="none">
              <a:solidFill>
                <a:srgbClr val="000000"/>
              </a:solidFill>
              <a:effectLst/>
              <a:uFillTx/>
              <a:latin typeface="Arial"/>
            </a:endParaRPr>
          </a:p>
        </p:txBody>
      </p:sp>
      <p:sp>
        <p:nvSpPr>
          <p:cNvPr id="511" name="SIR equation – fraction bar"/>
          <p:cNvSpPr/>
          <p:nvPr/>
        </p:nvSpPr>
        <p:spPr>
          <a:xfrm>
            <a:off x="1135440" y="44492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12" name="SIR equation – dt"/>
          <p:cNvSpPr/>
          <p:nvPr/>
        </p:nvSpPr>
        <p:spPr>
          <a:xfrm>
            <a:off x="1080720" y="45086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13" name="SIR equation – ="/>
          <p:cNvSpPr/>
          <p:nvPr/>
        </p:nvSpPr>
        <p:spPr>
          <a:xfrm>
            <a:off x="1995120" y="42890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14" name="SIR equation – δI"/>
          <p:cNvSpPr/>
          <p:nvPr/>
        </p:nvSpPr>
        <p:spPr>
          <a:xfrm>
            <a:off x="2498040" y="42616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δI</a:t>
            </a:r>
            <a:endParaRPr b="0" lang="en-US" sz="3000" strike="noStrike" u="none">
              <a:solidFill>
                <a:srgbClr val="000000"/>
              </a:solidFill>
              <a:effectLst/>
              <a:uFillTx/>
              <a:latin typeface="Arial"/>
            </a:endParaRPr>
          </a:p>
        </p:txBody>
      </p:sp>
      <p:sp>
        <p:nvSpPr>
          <p:cNvPr id="515" name="Rounded Rectangle 1"/>
          <p:cNvSpPr/>
          <p:nvPr/>
        </p:nvSpPr>
        <p:spPr>
          <a:xfrm>
            <a:off x="6417000" y="96012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V: Immunized population</a:t>
            </a:r>
            <a:endParaRPr b="0" lang="en-US" sz="1800" strike="noStrike" u="none">
              <a:solidFill>
                <a:srgbClr val="000000"/>
              </a:solidFill>
              <a:effectLst/>
              <a:uFillTx/>
              <a:latin typeface="Arial"/>
            </a:endParaRPr>
          </a:p>
        </p:txBody>
      </p:sp>
      <p:sp>
        <p:nvSpPr>
          <p:cNvPr id="516" name="Rounded Rectangle 2"/>
          <p:cNvSpPr/>
          <p:nvPr/>
        </p:nvSpPr>
        <p:spPr>
          <a:xfrm>
            <a:off x="6417000" y="39135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δ: Immunization rate</a:t>
            </a:r>
            <a:endParaRPr b="0" lang="en-US" sz="1800" strike="noStrike" u="none">
              <a:solidFill>
                <a:srgbClr val="000000"/>
              </a:solidFill>
              <a:effectLst/>
              <a:uFillTx/>
              <a:latin typeface="Arial"/>
            </a:endParaRPr>
          </a:p>
          <a:p>
            <a:pPr defTabSz="457200">
              <a:lnSpc>
                <a:spcPct val="100000"/>
              </a:lnSpc>
              <a:spcBef>
                <a:spcPts val="799"/>
              </a:spcBef>
            </a:pP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Textfeld 27"/>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7D42BBCE-EC4A-4B51-A2D0-8DF68F459B7A}" type="slidenum">
              <a:rPr b="0" lang="de-DE" sz="1800" strike="noStrike" u="none">
                <a:solidFill>
                  <a:schemeClr val="dk1"/>
                </a:solidFill>
                <a:effectLst/>
                <a:uFillTx/>
                <a:latin typeface="Calibri"/>
                <a:ea typeface="Arial"/>
              </a:rPr>
              <a:t>4</a:t>
            </a:fld>
            <a:endParaRPr b="0" lang="en-US" sz="1800" strike="noStrike" u="none">
              <a:solidFill>
                <a:srgbClr val="000000"/>
              </a:solidFill>
              <a:effectLst/>
              <a:uFillTx/>
              <a:latin typeface="Arial"/>
            </a:endParaRPr>
          </a:p>
        </p:txBody>
      </p:sp>
      <p:sp>
        <p:nvSpPr>
          <p:cNvPr id="518" name="Rechteck 16"/>
          <p:cNvSpPr/>
          <p:nvPr/>
        </p:nvSpPr>
        <p:spPr>
          <a:xfrm>
            <a:off x="1091880" y="932760"/>
            <a:ext cx="10688040" cy="5321520"/>
          </a:xfrm>
          <a:prstGeom prst="rect">
            <a:avLst/>
          </a:prstGeom>
          <a:noFill/>
          <a:ln w="0">
            <a:noFill/>
          </a:ln>
        </p:spPr>
        <p:style>
          <a:lnRef idx="0"/>
          <a:fillRef idx="0"/>
          <a:effectRef idx="0"/>
          <a:fontRef idx="minor"/>
        </p:style>
        <p:txBody>
          <a:bodyPr lIns="90000" rIns="90000" tIns="45000" bIns="45000" anchor="t">
            <a:spAutoFit/>
          </a:bodyPr>
          <a:p>
            <a:endParaRPr b="0" lang="en-US" sz="1800" strike="noStrike" u="none">
              <a:solidFill>
                <a:srgbClr val="000000"/>
              </a:solidFill>
              <a:effectLst/>
              <a:uFillTx/>
              <a:latin typeface="Arial"/>
              <a:ea typeface="DejaVu Sans"/>
            </a:endParaRPr>
          </a:p>
        </p:txBody>
      </p:sp>
      <p:sp>
        <p:nvSpPr>
          <p:cNvPr id="519" name="Chevron 77"/>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20" name="Chevron 78"/>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Extensions</a:t>
            </a:r>
            <a:endParaRPr b="0" lang="en-US" sz="1400" strike="noStrike" u="none">
              <a:solidFill>
                <a:srgbClr val="ffffff"/>
              </a:solidFill>
              <a:effectLst/>
              <a:uFillTx/>
              <a:latin typeface="Arial"/>
            </a:endParaRPr>
          </a:p>
        </p:txBody>
      </p:sp>
      <p:sp>
        <p:nvSpPr>
          <p:cNvPr id="521" name="Chevron 79"/>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22" name="Chevron 80"/>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23" name="PlaceHolder 5"/>
          <p:cNvSpPr txBox="1"/>
          <p:nvPr/>
        </p:nvSpPr>
        <p:spPr>
          <a:xfrm>
            <a:off x="1007640" y="195840"/>
            <a:ext cx="10714320" cy="324360"/>
          </a:xfrm>
          <a:prstGeom prst="rect">
            <a:avLst/>
          </a:prstGeom>
          <a:noFill/>
          <a:ln w="0">
            <a:noFill/>
          </a:ln>
        </p:spPr>
        <p:txBody>
          <a:bodyPr lIns="0" rIns="0" tIns="0" bIns="0" anchor="t">
            <a:noAutofit/>
          </a:bodyPr>
          <a:p>
            <a:pPr defTabSz="914400">
              <a:lnSpc>
                <a:spcPct val="100000"/>
              </a:lnSpc>
              <a:tabLst>
                <a:tab algn="l" pos="0"/>
              </a:tabLst>
            </a:pPr>
            <a:r>
              <a:rPr b="1" lang="en-US" sz="2500" strike="noStrike" u="none" cap="all">
                <a:solidFill>
                  <a:schemeClr val="dk1"/>
                </a:solidFill>
                <a:effectLst/>
                <a:uFillTx/>
                <a:latin typeface="Calibri"/>
                <a:ea typeface="Arial"/>
              </a:rPr>
              <a:t> equation </a:t>
            </a:r>
            <a:r>
              <a:rPr b="1" lang="en-US" sz="2500" strike="noStrike" u="none" cap="all">
                <a:solidFill>
                  <a:schemeClr val="dk1"/>
                </a:solidFill>
                <a:effectLst/>
                <a:uFillTx/>
                <a:latin typeface="Calibri"/>
                <a:ea typeface="Arial"/>
              </a:rPr>
              <a:t>system </a:t>
            </a:r>
            <a:r>
              <a:rPr b="1" lang="en-US" sz="2500" strike="noStrike" u="none" cap="all">
                <a:solidFill>
                  <a:schemeClr val="dk1"/>
                </a:solidFill>
                <a:effectLst/>
                <a:uFillTx/>
                <a:latin typeface="Calibri"/>
                <a:ea typeface="Arial"/>
              </a:rPr>
              <a:t>with </a:t>
            </a:r>
            <a:r>
              <a:rPr b="1" lang="en-US" sz="2500" strike="noStrike" u="none" cap="all">
                <a:solidFill>
                  <a:schemeClr val="dk1"/>
                </a:solidFill>
                <a:effectLst/>
                <a:uFillTx/>
                <a:latin typeface="Calibri"/>
                <a:ea typeface="Arial"/>
              </a:rPr>
              <a:t>vaccinati</a:t>
            </a:r>
            <a:r>
              <a:rPr b="1" lang="en-US" sz="2500" strike="noStrike" u="none" cap="all">
                <a:solidFill>
                  <a:schemeClr val="dk1"/>
                </a:solidFill>
                <a:effectLst/>
                <a:uFillTx/>
                <a:latin typeface="Calibri"/>
                <a:ea typeface="Arial"/>
              </a:rPr>
              <a:t>on and </a:t>
            </a:r>
            <a:r>
              <a:rPr b="1" lang="en-US" sz="2500" strike="noStrike" u="none" cap="all">
                <a:solidFill>
                  <a:schemeClr val="dk1"/>
                </a:solidFill>
                <a:effectLst/>
                <a:uFillTx/>
                <a:latin typeface="Calibri"/>
                <a:ea typeface="Arial"/>
              </a:rPr>
              <a:t>death </a:t>
            </a:r>
            <a:r>
              <a:rPr b="1" lang="en-US" sz="2500" strike="noStrike" u="none" cap="all">
                <a:solidFill>
                  <a:schemeClr val="dk1"/>
                </a:solidFill>
                <a:effectLst/>
                <a:uFillTx/>
                <a:latin typeface="Calibri"/>
                <a:ea typeface="Arial"/>
              </a:rPr>
              <a:t>status</a:t>
            </a:r>
            <a:endParaRPr b="0" lang="en-US" sz="2500" strike="noStrike" u="none">
              <a:solidFill>
                <a:srgbClr val="000000"/>
              </a:solidFill>
              <a:effectLst/>
              <a:uFillTx/>
              <a:latin typeface="Arial"/>
            </a:endParaRPr>
          </a:p>
        </p:txBody>
      </p:sp>
      <p:sp>
        <p:nvSpPr>
          <p:cNvPr id="524" name="Oval 1"/>
          <p:cNvSpPr/>
          <p:nvPr/>
        </p:nvSpPr>
        <p:spPr>
          <a:xfrm>
            <a:off x="798120" y="2596680"/>
            <a:ext cx="1554120" cy="1554120"/>
          </a:xfrm>
          <a:prstGeom prst="ellipse">
            <a:avLst/>
          </a:prstGeom>
          <a:solidFill>
            <a:srgbClr val="d1e8ff"/>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S</a:t>
            </a:r>
            <a:endParaRPr b="0" lang="en-US" sz="2000" strike="noStrike" u="none">
              <a:solidFill>
                <a:srgbClr val="000000"/>
              </a:solidFill>
              <a:effectLst/>
              <a:uFillTx/>
              <a:latin typeface="Arial"/>
            </a:endParaRPr>
          </a:p>
        </p:txBody>
      </p:sp>
      <p:sp>
        <p:nvSpPr>
          <p:cNvPr id="525" name="Oval 2"/>
          <p:cNvSpPr/>
          <p:nvPr/>
        </p:nvSpPr>
        <p:spPr>
          <a:xfrm>
            <a:off x="3175560" y="2596680"/>
            <a:ext cx="1554120" cy="1554120"/>
          </a:xfrm>
          <a:prstGeom prst="ellipse">
            <a:avLst/>
          </a:prstGeom>
          <a:solidFill>
            <a:srgbClr val="ffd6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I</a:t>
            </a:r>
            <a:endParaRPr b="0" lang="en-US" sz="2000" strike="noStrike" u="none">
              <a:solidFill>
                <a:srgbClr val="000000"/>
              </a:solidFill>
              <a:effectLst/>
              <a:uFillTx/>
              <a:latin typeface="Arial"/>
            </a:endParaRPr>
          </a:p>
        </p:txBody>
      </p:sp>
      <p:sp>
        <p:nvSpPr>
          <p:cNvPr id="526" name="Oval 6"/>
          <p:cNvSpPr/>
          <p:nvPr/>
        </p:nvSpPr>
        <p:spPr>
          <a:xfrm>
            <a:off x="5918760" y="1133640"/>
            <a:ext cx="1554120" cy="1554120"/>
          </a:xfrm>
          <a:prstGeom prst="ellipse">
            <a:avLst/>
          </a:prstGeom>
          <a:solidFill>
            <a:srgbClr val="d6f5d6"/>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R</a:t>
            </a:r>
            <a:endParaRPr b="0" lang="en-US" sz="2000" strike="noStrike" u="none">
              <a:solidFill>
                <a:srgbClr val="000000"/>
              </a:solidFill>
              <a:effectLst/>
              <a:uFillTx/>
              <a:latin typeface="Arial"/>
            </a:endParaRPr>
          </a:p>
        </p:txBody>
      </p:sp>
      <p:sp>
        <p:nvSpPr>
          <p:cNvPr id="527" name="Oval 7"/>
          <p:cNvSpPr/>
          <p:nvPr/>
        </p:nvSpPr>
        <p:spPr>
          <a:xfrm>
            <a:off x="5918760" y="2596680"/>
            <a:ext cx="1554120" cy="1554120"/>
          </a:xfrm>
          <a:prstGeom prst="ellipse">
            <a:avLst/>
          </a:prstGeom>
          <a:solidFill>
            <a:srgbClr val="f8e8be"/>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V</a:t>
            </a:r>
            <a:endParaRPr b="0" lang="en-US" sz="2000" strike="noStrike" u="none">
              <a:solidFill>
                <a:srgbClr val="000000"/>
              </a:solidFill>
              <a:effectLst/>
              <a:uFillTx/>
              <a:latin typeface="Arial"/>
            </a:endParaRPr>
          </a:p>
        </p:txBody>
      </p:sp>
      <p:sp>
        <p:nvSpPr>
          <p:cNvPr id="528" name="Oval 8"/>
          <p:cNvSpPr/>
          <p:nvPr/>
        </p:nvSpPr>
        <p:spPr>
          <a:xfrm>
            <a:off x="5918760" y="4059720"/>
            <a:ext cx="1554120" cy="1554120"/>
          </a:xfrm>
          <a:prstGeom prst="ellipse">
            <a:avLst/>
          </a:prstGeom>
          <a:solidFill>
            <a:srgbClr val="e1e1e1"/>
          </a:solidFill>
          <a:ln w="19050">
            <a:solidFill>
              <a:srgbClr val="7878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000" strike="noStrike" u="none">
                <a:solidFill>
                  <a:srgbClr val="1f2937"/>
                </a:solidFill>
                <a:effectLst/>
                <a:uFillTx/>
                <a:latin typeface="Calibri"/>
              </a:rPr>
              <a:t>D</a:t>
            </a:r>
            <a:endParaRPr b="0" lang="en-US" sz="2000" strike="noStrike" u="none">
              <a:solidFill>
                <a:srgbClr val="000000"/>
              </a:solidFill>
              <a:effectLst/>
              <a:uFillTx/>
              <a:latin typeface="Arial"/>
            </a:endParaRPr>
          </a:p>
        </p:txBody>
      </p:sp>
      <p:cxnSp>
        <p:nvCxnSpPr>
          <p:cNvPr id="529" name="Connector 1"/>
          <p:cNvCxnSpPr/>
          <p:nvPr/>
        </p:nvCxnSpPr>
        <p:spPr>
          <a:xfrm>
            <a:off x="2352600" y="3373920"/>
            <a:ext cx="823320" cy="360"/>
          </a:xfrm>
          <a:prstGeom prst="straightConnector1">
            <a:avLst/>
          </a:prstGeom>
          <a:ln w="28575">
            <a:solidFill>
              <a:srgbClr val="3c3c3c"/>
            </a:solidFill>
            <a:round/>
          </a:ln>
        </p:spPr>
      </p:cxnSp>
      <p:sp>
        <p:nvSpPr>
          <p:cNvPr id="530" name="TextBox 1"/>
          <p:cNvSpPr/>
          <p:nvPr/>
        </p:nvSpPr>
        <p:spPr>
          <a:xfrm>
            <a:off x="2713680" y="3008160"/>
            <a:ext cx="46620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βSI</a:t>
            </a:r>
            <a:endParaRPr b="0" lang="en-US" sz="1400" strike="noStrike" u="none">
              <a:solidFill>
                <a:srgbClr val="000000"/>
              </a:solidFill>
              <a:effectLst/>
              <a:uFillTx/>
              <a:latin typeface="Arial"/>
            </a:endParaRPr>
          </a:p>
        </p:txBody>
      </p:sp>
      <p:cxnSp>
        <p:nvCxnSpPr>
          <p:cNvPr id="531" name="Connector 10"/>
          <p:cNvCxnSpPr/>
          <p:nvPr/>
        </p:nvCxnSpPr>
        <p:spPr>
          <a:xfrm flipV="1">
            <a:off x="4730040" y="1910520"/>
            <a:ext cx="1189080" cy="1326600"/>
          </a:xfrm>
          <a:prstGeom prst="straightConnector1">
            <a:avLst/>
          </a:prstGeom>
          <a:ln w="28575">
            <a:solidFill>
              <a:srgbClr val="3c3c3c"/>
            </a:solidFill>
            <a:round/>
          </a:ln>
        </p:spPr>
      </p:cxnSp>
      <p:sp>
        <p:nvSpPr>
          <p:cNvPr id="532" name="TextBox 11"/>
          <p:cNvSpPr/>
          <p:nvPr/>
        </p:nvSpPr>
        <p:spPr>
          <a:xfrm>
            <a:off x="5376960" y="2345040"/>
            <a:ext cx="351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γI</a:t>
            </a:r>
            <a:endParaRPr b="0" lang="en-US" sz="1400" strike="noStrike" u="none">
              <a:solidFill>
                <a:srgbClr val="000000"/>
              </a:solidFill>
              <a:effectLst/>
              <a:uFillTx/>
              <a:latin typeface="Arial"/>
            </a:endParaRPr>
          </a:p>
        </p:txBody>
      </p:sp>
      <p:cxnSp>
        <p:nvCxnSpPr>
          <p:cNvPr id="533" name="Connector 12"/>
          <p:cNvCxnSpPr/>
          <p:nvPr/>
        </p:nvCxnSpPr>
        <p:spPr>
          <a:xfrm>
            <a:off x="4730040" y="3373920"/>
            <a:ext cx="1189080" cy="360"/>
          </a:xfrm>
          <a:prstGeom prst="straightConnector1">
            <a:avLst/>
          </a:prstGeom>
          <a:ln w="28575">
            <a:solidFill>
              <a:srgbClr val="3c3c3c"/>
            </a:solidFill>
            <a:round/>
          </a:ln>
        </p:spPr>
      </p:cxnSp>
      <p:sp>
        <p:nvSpPr>
          <p:cNvPr id="534" name="TextBox 13"/>
          <p:cNvSpPr/>
          <p:nvPr/>
        </p:nvSpPr>
        <p:spPr>
          <a:xfrm>
            <a:off x="5326560" y="3008160"/>
            <a:ext cx="36072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δI</a:t>
            </a:r>
            <a:endParaRPr b="0" lang="en-US" sz="1400" strike="noStrike" u="none">
              <a:solidFill>
                <a:srgbClr val="000000"/>
              </a:solidFill>
              <a:effectLst/>
              <a:uFillTx/>
              <a:latin typeface="Arial"/>
            </a:endParaRPr>
          </a:p>
        </p:txBody>
      </p:sp>
      <p:cxnSp>
        <p:nvCxnSpPr>
          <p:cNvPr id="535" name="Connector 14"/>
          <p:cNvCxnSpPr/>
          <p:nvPr/>
        </p:nvCxnSpPr>
        <p:spPr>
          <a:xfrm>
            <a:off x="4730040" y="3511080"/>
            <a:ext cx="1189080" cy="1326240"/>
          </a:xfrm>
          <a:prstGeom prst="straightConnector1">
            <a:avLst/>
          </a:prstGeom>
          <a:ln w="28575">
            <a:solidFill>
              <a:srgbClr val="3c3c3c"/>
            </a:solidFill>
            <a:round/>
          </a:ln>
        </p:spPr>
      </p:cxnSp>
      <p:sp>
        <p:nvSpPr>
          <p:cNvPr id="536" name="TextBox 15"/>
          <p:cNvSpPr/>
          <p:nvPr/>
        </p:nvSpPr>
        <p:spPr>
          <a:xfrm>
            <a:off x="5350680" y="4128480"/>
            <a:ext cx="404280" cy="30384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1" lang="en-US" sz="1400" strike="noStrike" u="none">
                <a:solidFill>
                  <a:srgbClr val="4f46e5"/>
                </a:solidFill>
                <a:effectLst/>
                <a:uFillTx/>
                <a:latin typeface="Calibri"/>
              </a:rPr>
              <a:t>ωI</a:t>
            </a:r>
            <a:endParaRPr b="0" lang="en-US" sz="1400" strike="noStrike" u="none">
              <a:solidFill>
                <a:srgbClr val="000000"/>
              </a:solidFill>
              <a:effectLst/>
              <a:uFillTx/>
              <a:latin typeface="Arial"/>
            </a:endParaRPr>
          </a:p>
        </p:txBody>
      </p:sp>
      <p:sp>
        <p:nvSpPr>
          <p:cNvPr id="537" name="TextBox 16"/>
          <p:cNvSpPr/>
          <p:nvPr/>
        </p:nvSpPr>
        <p:spPr>
          <a:xfrm>
            <a:off x="8387640" y="1499400"/>
            <a:ext cx="2925720" cy="1868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799"/>
              </a:spcAft>
            </a:pPr>
            <a:r>
              <a:rPr b="1" lang="en-US" sz="1800" strike="noStrike" u="none">
                <a:solidFill>
                  <a:srgbClr val="1f2937"/>
                </a:solidFill>
                <a:effectLst/>
                <a:uFillTx/>
                <a:latin typeface="Calibri"/>
              </a:rPr>
              <a:t>S: Susceptible</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I: Infectious</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R: Recovered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V: Immunized</a:t>
            </a:r>
            <a:endParaRPr b="0" lang="en-US" sz="1800" strike="noStrike" u="none">
              <a:solidFill>
                <a:srgbClr val="000000"/>
              </a:solidFill>
              <a:effectLst/>
              <a:uFillTx/>
              <a:latin typeface="Arial"/>
            </a:endParaRPr>
          </a:p>
          <a:p>
            <a:pPr defTabSz="457200">
              <a:lnSpc>
                <a:spcPct val="100000"/>
              </a:lnSpc>
              <a:spcAft>
                <a:spcPts val="799"/>
              </a:spcAft>
            </a:pPr>
            <a:r>
              <a:rPr b="0" lang="en-US" sz="1800" strike="noStrike" u="none">
                <a:solidFill>
                  <a:srgbClr val="1f2937"/>
                </a:solidFill>
                <a:effectLst/>
                <a:uFillTx/>
                <a:latin typeface="Calibri"/>
              </a:rPr>
              <a:t>D: Death</a:t>
            </a:r>
            <a:endParaRPr b="0" lang="en-US" sz="1800" strike="noStrike" u="none">
              <a:solidFill>
                <a:srgbClr val="000000"/>
              </a:solidFill>
              <a:effectLst/>
              <a:uFillTx/>
              <a:latin typeface="Arial"/>
            </a:endParaRPr>
          </a:p>
        </p:txBody>
      </p:sp>
      <p:sp>
        <p:nvSpPr>
          <p:cNvPr id="538" name="TextBox 17"/>
          <p:cNvSpPr/>
          <p:nvPr/>
        </p:nvSpPr>
        <p:spPr>
          <a:xfrm>
            <a:off x="8387640" y="1042200"/>
            <a:ext cx="2095560" cy="39456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2000" strike="noStrike" u="none">
                <a:solidFill>
                  <a:srgbClr val="1f2937"/>
                </a:solidFill>
                <a:effectLst/>
                <a:uFillTx/>
                <a:latin typeface="Calibri"/>
              </a:rPr>
              <a:t>Compartments</a:t>
            </a:r>
            <a:endParaRPr b="0" lang="en-US"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 equation system with </a:t>
            </a:r>
            <a:r>
              <a:rPr b="1" lang="en-US" sz="2500" strike="noStrike" u="none" cap="all">
                <a:solidFill>
                  <a:schemeClr val="dk1"/>
                </a:solidFill>
                <a:effectLst/>
                <a:uFillTx/>
                <a:latin typeface="Calibri"/>
                <a:ea typeface="Arial"/>
              </a:rPr>
              <a:t>vaccination and death status</a:t>
            </a:r>
            <a:endParaRPr b="0" lang="en-US" sz="2500" strike="noStrike" u="none">
              <a:solidFill>
                <a:srgbClr val="000000"/>
              </a:solidFill>
              <a:effectLst/>
              <a:uFillTx/>
              <a:latin typeface="Arial"/>
            </a:endParaRPr>
          </a:p>
        </p:txBody>
      </p:sp>
      <p:sp>
        <p:nvSpPr>
          <p:cNvPr id="540" name="Textfeld 25"/>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9490D572-55C8-45C4-9062-04C58479C3CA}"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41" name="Rechteck 15"/>
          <p:cNvSpPr/>
          <p:nvPr/>
        </p:nvSpPr>
        <p:spPr>
          <a:xfrm>
            <a:off x="878040" y="795600"/>
            <a:ext cx="10688040" cy="532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542" name="Chevron 73"/>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43" name="Chevron 74"/>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44" name="Chevron 76"/>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45" name="SIR equation – dS"/>
          <p:cNvSpPr/>
          <p:nvPr/>
        </p:nvSpPr>
        <p:spPr>
          <a:xfrm>
            <a:off x="1097640" y="1409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dS</a:t>
            </a:r>
            <a:endParaRPr b="0" lang="en-US" sz="2500" strike="noStrike" u="none">
              <a:solidFill>
                <a:srgbClr val="000000"/>
              </a:solidFill>
              <a:effectLst/>
              <a:uFillTx/>
              <a:latin typeface="Arial"/>
            </a:endParaRPr>
          </a:p>
        </p:txBody>
      </p:sp>
      <p:sp>
        <p:nvSpPr>
          <p:cNvPr id="546" name="SIR equation – fraction bar"/>
          <p:cNvSpPr/>
          <p:nvPr/>
        </p:nvSpPr>
        <p:spPr>
          <a:xfrm>
            <a:off x="1152360" y="175248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47" name="SIR equation – dt"/>
          <p:cNvSpPr/>
          <p:nvPr/>
        </p:nvSpPr>
        <p:spPr>
          <a:xfrm>
            <a:off x="1097640" y="181188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48" name="SIR equation – ="/>
          <p:cNvSpPr/>
          <p:nvPr/>
        </p:nvSpPr>
        <p:spPr>
          <a:xfrm>
            <a:off x="2012040" y="1592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49" name="SIR equation – −βSI − δI"/>
          <p:cNvSpPr/>
          <p:nvPr/>
        </p:nvSpPr>
        <p:spPr>
          <a:xfrm>
            <a:off x="2514960" y="1565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δI</a:t>
            </a:r>
            <a:endParaRPr b="0" lang="en-US" sz="3000" strike="noStrike" u="none">
              <a:solidFill>
                <a:srgbClr val="000000"/>
              </a:solidFill>
              <a:effectLst/>
              <a:uFillTx/>
              <a:latin typeface="Arial"/>
            </a:endParaRPr>
          </a:p>
        </p:txBody>
      </p:sp>
      <p:sp>
        <p:nvSpPr>
          <p:cNvPr id="550" name="SIR equation – dI"/>
          <p:cNvSpPr/>
          <p:nvPr/>
        </p:nvSpPr>
        <p:spPr>
          <a:xfrm>
            <a:off x="1097640" y="226908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dI</a:t>
            </a:r>
            <a:endParaRPr b="0" lang="en-US" sz="2500" strike="noStrike" u="none">
              <a:solidFill>
                <a:srgbClr val="000000"/>
              </a:solidFill>
              <a:effectLst/>
              <a:uFillTx/>
              <a:latin typeface="Arial"/>
            </a:endParaRPr>
          </a:p>
        </p:txBody>
      </p:sp>
      <p:sp>
        <p:nvSpPr>
          <p:cNvPr id="551" name="SIR equation – fraction bar"/>
          <p:cNvSpPr/>
          <p:nvPr/>
        </p:nvSpPr>
        <p:spPr>
          <a:xfrm>
            <a:off x="1152360" y="26121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52" name="SIR equation – dt"/>
          <p:cNvSpPr/>
          <p:nvPr/>
        </p:nvSpPr>
        <p:spPr>
          <a:xfrm>
            <a:off x="1097640" y="26715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53" name="SIR equation – ="/>
          <p:cNvSpPr/>
          <p:nvPr/>
        </p:nvSpPr>
        <p:spPr>
          <a:xfrm>
            <a:off x="2012040" y="245196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54" name="SIR equation – βSI − γI − ωI"/>
          <p:cNvSpPr/>
          <p:nvPr/>
        </p:nvSpPr>
        <p:spPr>
          <a:xfrm>
            <a:off x="2514960" y="24246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βSI − γI − ωI</a:t>
            </a:r>
            <a:endParaRPr b="0" lang="en-US" sz="3000" strike="noStrike" u="none">
              <a:solidFill>
                <a:srgbClr val="000000"/>
              </a:solidFill>
              <a:effectLst/>
              <a:uFillTx/>
              <a:latin typeface="Arial"/>
            </a:endParaRPr>
          </a:p>
        </p:txBody>
      </p:sp>
      <p:sp>
        <p:nvSpPr>
          <p:cNvPr id="555" name="SIR equation – dR"/>
          <p:cNvSpPr/>
          <p:nvPr/>
        </p:nvSpPr>
        <p:spPr>
          <a:xfrm>
            <a:off x="1097640" y="3128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dR</a:t>
            </a:r>
            <a:endParaRPr b="0" lang="en-US" sz="2500" strike="noStrike" u="none">
              <a:solidFill>
                <a:srgbClr val="000000"/>
              </a:solidFill>
              <a:effectLst/>
              <a:uFillTx/>
              <a:latin typeface="Arial"/>
            </a:endParaRPr>
          </a:p>
        </p:txBody>
      </p:sp>
      <p:sp>
        <p:nvSpPr>
          <p:cNvPr id="556" name="SIR equation – fraction bar"/>
          <p:cNvSpPr/>
          <p:nvPr/>
        </p:nvSpPr>
        <p:spPr>
          <a:xfrm>
            <a:off x="1152360" y="34718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57" name="SIR equation – dt"/>
          <p:cNvSpPr/>
          <p:nvPr/>
        </p:nvSpPr>
        <p:spPr>
          <a:xfrm>
            <a:off x="1097640" y="35312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58" name="SIR equation – ="/>
          <p:cNvSpPr/>
          <p:nvPr/>
        </p:nvSpPr>
        <p:spPr>
          <a:xfrm>
            <a:off x="2012040" y="3311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59" name="SIR equation – γI"/>
          <p:cNvSpPr/>
          <p:nvPr/>
        </p:nvSpPr>
        <p:spPr>
          <a:xfrm>
            <a:off x="2514960" y="3284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γI</a:t>
            </a:r>
            <a:endParaRPr b="0" lang="en-US" sz="3000" strike="noStrike" u="none">
              <a:solidFill>
                <a:srgbClr val="000000"/>
              </a:solidFill>
              <a:effectLst/>
              <a:uFillTx/>
              <a:latin typeface="Arial"/>
            </a:endParaRPr>
          </a:p>
        </p:txBody>
      </p:sp>
      <p:sp>
        <p:nvSpPr>
          <p:cNvPr id="560" name="SIR equation – dV"/>
          <p:cNvSpPr/>
          <p:nvPr/>
        </p:nvSpPr>
        <p:spPr>
          <a:xfrm>
            <a:off x="1097640" y="39884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dV</a:t>
            </a:r>
            <a:endParaRPr b="0" lang="en-US" sz="2500" strike="noStrike" u="none">
              <a:solidFill>
                <a:srgbClr val="000000"/>
              </a:solidFill>
              <a:effectLst/>
              <a:uFillTx/>
              <a:latin typeface="Arial"/>
            </a:endParaRPr>
          </a:p>
        </p:txBody>
      </p:sp>
      <p:sp>
        <p:nvSpPr>
          <p:cNvPr id="561" name="SIR equation – fraction bar"/>
          <p:cNvSpPr/>
          <p:nvPr/>
        </p:nvSpPr>
        <p:spPr>
          <a:xfrm>
            <a:off x="1152360" y="433116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62" name="SIR equation – dt"/>
          <p:cNvSpPr/>
          <p:nvPr/>
        </p:nvSpPr>
        <p:spPr>
          <a:xfrm>
            <a:off x="1097640" y="43905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63" name="SIR equation – ="/>
          <p:cNvSpPr/>
          <p:nvPr/>
        </p:nvSpPr>
        <p:spPr>
          <a:xfrm>
            <a:off x="2012040" y="417132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64" name="SIR equation – δI"/>
          <p:cNvSpPr/>
          <p:nvPr/>
        </p:nvSpPr>
        <p:spPr>
          <a:xfrm>
            <a:off x="2514960" y="414360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δI</a:t>
            </a:r>
            <a:endParaRPr b="0" lang="en-US" sz="3000" strike="noStrike" u="none">
              <a:solidFill>
                <a:srgbClr val="000000"/>
              </a:solidFill>
              <a:effectLst/>
              <a:uFillTx/>
              <a:latin typeface="Arial"/>
            </a:endParaRPr>
          </a:p>
        </p:txBody>
      </p:sp>
      <p:sp>
        <p:nvSpPr>
          <p:cNvPr id="565" name="SIR equation – dD"/>
          <p:cNvSpPr/>
          <p:nvPr/>
        </p:nvSpPr>
        <p:spPr>
          <a:xfrm>
            <a:off x="1097640" y="484776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dD</a:t>
            </a:r>
            <a:endParaRPr b="0" lang="en-US" sz="2500" strike="noStrike" u="none">
              <a:solidFill>
                <a:srgbClr val="000000"/>
              </a:solidFill>
              <a:effectLst/>
              <a:uFillTx/>
              <a:latin typeface="Arial"/>
            </a:endParaRPr>
          </a:p>
        </p:txBody>
      </p:sp>
      <p:sp>
        <p:nvSpPr>
          <p:cNvPr id="566" name="SIR equation – fraction bar"/>
          <p:cNvSpPr/>
          <p:nvPr/>
        </p:nvSpPr>
        <p:spPr>
          <a:xfrm>
            <a:off x="1152360" y="5190840"/>
            <a:ext cx="639720" cy="16200"/>
          </a:xfrm>
          <a:prstGeom prst="rect">
            <a:avLst/>
          </a:prstGeom>
          <a:solidFill>
            <a:srgbClr val="333333"/>
          </a:solidFill>
          <a:ln>
            <a:noFill/>
          </a:ln>
        </p:spPr>
        <p:style>
          <a:lnRef idx="1">
            <a:schemeClr val="accent1"/>
          </a:lnRef>
          <a:fillRef idx="3">
            <a:schemeClr val="accent1"/>
          </a:fillRef>
          <a:effectRef idx="2">
            <a:schemeClr val="accent1"/>
          </a:effectRef>
          <a:fontRef idx="minor"/>
        </p:style>
        <p:txBody>
          <a:bodyPr lIns="90000" rIns="90000" tIns="-28440" bIns="-28440" anchor="ctr">
            <a:noAutofit/>
          </a:bodyPr>
          <a:p>
            <a:pPr algn="ctr">
              <a:lnSpc>
                <a:spcPct val="100000"/>
              </a:lnSpc>
            </a:pPr>
            <a:endParaRPr b="0" lang="en-US" sz="1800" strike="noStrike" u="none">
              <a:solidFill>
                <a:schemeClr val="lt1"/>
              </a:solidFill>
              <a:effectLst/>
              <a:uFillTx/>
              <a:latin typeface="Arial"/>
              <a:ea typeface="DejaVu Sans"/>
            </a:endParaRPr>
          </a:p>
        </p:txBody>
      </p:sp>
      <p:sp>
        <p:nvSpPr>
          <p:cNvPr id="567" name="SIR equation – dt"/>
          <p:cNvSpPr/>
          <p:nvPr/>
        </p:nvSpPr>
        <p:spPr>
          <a:xfrm>
            <a:off x="1097640" y="5250240"/>
            <a:ext cx="749520" cy="31068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2500" strike="noStrike" u="none">
                <a:solidFill>
                  <a:srgbClr val="333333"/>
                </a:solidFill>
                <a:effectLst/>
                <a:uFillTx/>
                <a:latin typeface="Cambria Math"/>
              </a:rPr>
              <a:t>dt</a:t>
            </a:r>
            <a:endParaRPr b="0" lang="en-US" sz="2500" strike="noStrike" u="none">
              <a:solidFill>
                <a:srgbClr val="000000"/>
              </a:solidFill>
              <a:effectLst/>
              <a:uFillTx/>
              <a:latin typeface="Arial"/>
            </a:endParaRPr>
          </a:p>
        </p:txBody>
      </p:sp>
      <p:sp>
        <p:nvSpPr>
          <p:cNvPr id="568" name="SIR equation – ="/>
          <p:cNvSpPr/>
          <p:nvPr/>
        </p:nvSpPr>
        <p:spPr>
          <a:xfrm>
            <a:off x="2012040" y="5030640"/>
            <a:ext cx="383760" cy="420120"/>
          </a:xfrm>
          <a:prstGeom prst="rect">
            <a:avLst/>
          </a:prstGeom>
          <a:noFill/>
          <a:ln w="0">
            <a:noFill/>
          </a:ln>
        </p:spPr>
        <p:style>
          <a:lnRef idx="0"/>
          <a:fillRef idx="0"/>
          <a:effectRef idx="0"/>
          <a:fontRef idx="minor"/>
        </p:style>
        <p:txBody>
          <a:bodyPr wrap="none" lIns="0" rIns="0" tIns="0" bIns="0" anchor="ctr">
            <a:spAutoFit/>
          </a:bodyPr>
          <a:p>
            <a:pPr algn="ctr">
              <a:lnSpc>
                <a:spcPct val="100000"/>
              </a:lnSpc>
            </a:pPr>
            <a:r>
              <a:rPr b="0" lang="en-US" sz="3000" strike="noStrike" u="none">
                <a:solidFill>
                  <a:srgbClr val="333333"/>
                </a:solidFill>
                <a:effectLst/>
                <a:uFillTx/>
                <a:latin typeface="Cambria Math"/>
              </a:rPr>
              <a:t>=</a:t>
            </a:r>
            <a:endParaRPr b="0" lang="en-US" sz="3000" strike="noStrike" u="none">
              <a:solidFill>
                <a:srgbClr val="000000"/>
              </a:solidFill>
              <a:effectLst/>
              <a:uFillTx/>
              <a:latin typeface="Arial"/>
            </a:endParaRPr>
          </a:p>
        </p:txBody>
      </p:sp>
      <p:sp>
        <p:nvSpPr>
          <p:cNvPr id="569" name="SIR equation – ωI"/>
          <p:cNvSpPr/>
          <p:nvPr/>
        </p:nvSpPr>
        <p:spPr>
          <a:xfrm>
            <a:off x="2514960" y="5003280"/>
            <a:ext cx="4343040" cy="456840"/>
          </a:xfrm>
          <a:prstGeom prst="rect">
            <a:avLst/>
          </a:prstGeom>
          <a:noFill/>
          <a:ln w="0">
            <a:noFill/>
          </a:ln>
        </p:spPr>
        <p:style>
          <a:lnRef idx="0"/>
          <a:fillRef idx="0"/>
          <a:effectRef idx="0"/>
          <a:fontRef idx="minor"/>
        </p:style>
        <p:txBody>
          <a:bodyPr wrap="none" lIns="0" rIns="0" tIns="0" bIns="0" anchor="ctr">
            <a:spAutoFit/>
          </a:bodyPr>
          <a:p>
            <a:pPr>
              <a:lnSpc>
                <a:spcPct val="100000"/>
              </a:lnSpc>
            </a:pPr>
            <a:r>
              <a:rPr b="0" lang="en-US" sz="3000" strike="noStrike" u="none">
                <a:solidFill>
                  <a:srgbClr val="333333"/>
                </a:solidFill>
                <a:effectLst/>
                <a:uFillTx/>
                <a:latin typeface="Cambria Math"/>
              </a:rPr>
              <a:t>ωI</a:t>
            </a:r>
            <a:endParaRPr b="0" lang="en-US" sz="3000" strike="noStrike" u="none">
              <a:solidFill>
                <a:srgbClr val="000000"/>
              </a:solidFill>
              <a:effectLst/>
              <a:uFillTx/>
              <a:latin typeface="Arial"/>
            </a:endParaRPr>
          </a:p>
        </p:txBody>
      </p:sp>
      <p:sp>
        <p:nvSpPr>
          <p:cNvPr id="570" name="Chevron 81"/>
          <p:cNvSpPr/>
          <p:nvPr/>
        </p:nvSpPr>
        <p:spPr>
          <a:xfrm>
            <a:off x="6188400" y="57348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71" name="Rounded Rectangle 5"/>
          <p:cNvSpPr/>
          <p:nvPr/>
        </p:nvSpPr>
        <p:spPr>
          <a:xfrm>
            <a:off x="6417000" y="96012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Variables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S: Susceptible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I: Infectious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R: Recovered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V: Immunized population</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D: Death population</a:t>
            </a:r>
            <a:endParaRPr b="0" lang="en-US" sz="1800" strike="noStrike" u="none">
              <a:solidFill>
                <a:srgbClr val="000000"/>
              </a:solidFill>
              <a:effectLst/>
              <a:uFillTx/>
              <a:latin typeface="Arial"/>
            </a:endParaRPr>
          </a:p>
        </p:txBody>
      </p:sp>
      <p:sp>
        <p:nvSpPr>
          <p:cNvPr id="572" name="Rounded Rectangle 6"/>
          <p:cNvSpPr/>
          <p:nvPr/>
        </p:nvSpPr>
        <p:spPr>
          <a:xfrm>
            <a:off x="6417000" y="3913560"/>
            <a:ext cx="3657600" cy="2743200"/>
          </a:xfrm>
          <a:prstGeom prst="roundRect">
            <a:avLst>
              <a:gd name="adj" fmla="val 16667"/>
            </a:avLst>
          </a:prstGeom>
          <a:solidFill>
            <a:srgbClr val="f6f8fc"/>
          </a:solidFill>
          <a:ln>
            <a:solidFill>
              <a:srgbClr val="c8cdd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r>
              <a:rPr b="1" lang="en-US" sz="2200" strike="noStrike" u="none">
                <a:solidFill>
                  <a:srgbClr val="1f2937"/>
                </a:solidFill>
                <a:effectLst/>
                <a:uFillTx/>
                <a:latin typeface="Calibri"/>
              </a:rPr>
              <a:t>Constants</a:t>
            </a:r>
            <a:endParaRPr b="0" lang="en-US" sz="22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β: Transmission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γ: Recovery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δ: Immunization rate</a:t>
            </a:r>
            <a:endParaRPr b="0" lang="en-US" sz="1800" strike="noStrike" u="none">
              <a:solidFill>
                <a:srgbClr val="000000"/>
              </a:solidFill>
              <a:effectLst/>
              <a:uFillTx/>
              <a:latin typeface="Arial"/>
            </a:endParaRPr>
          </a:p>
          <a:p>
            <a:pPr defTabSz="457200">
              <a:lnSpc>
                <a:spcPct val="100000"/>
              </a:lnSpc>
              <a:spcBef>
                <a:spcPts val="799"/>
              </a:spcBef>
            </a:pPr>
            <a:r>
              <a:rPr b="0" lang="en-US" sz="1800" strike="noStrike" u="none">
                <a:solidFill>
                  <a:srgbClr val="374151"/>
                </a:solidFill>
                <a:effectLst/>
                <a:uFillTx/>
                <a:latin typeface="Calibri"/>
              </a:rPr>
              <a:t>ω: Death rate</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T</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S</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R</a:t>
            </a:r>
            <a:r>
              <a:rPr b="1" lang="en-US" sz="2500" strike="noStrike" u="none" cap="all">
                <a:solidFill>
                  <a:schemeClr val="dk1"/>
                </a:solidFill>
                <a:effectLst/>
                <a:uFillTx/>
                <a:latin typeface="Calibri"/>
                <a:ea typeface="Arial"/>
              </a:rPr>
              <a:t>-</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a:t>
            </a:r>
            <a:endParaRPr b="0" lang="en-US" sz="2500" strike="noStrike" u="none">
              <a:solidFill>
                <a:srgbClr val="000000"/>
              </a:solidFill>
              <a:effectLst/>
              <a:uFillTx/>
              <a:latin typeface="Arial"/>
            </a:endParaRPr>
          </a:p>
        </p:txBody>
      </p:sp>
      <p:sp>
        <p:nvSpPr>
          <p:cNvPr id="574" name="Textfeld 23"/>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E2F03C16-0850-490B-988D-116FA226DECB}"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75" name="Chevron 6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76" name="Chevron 6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77" name="Chevron 6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78" name="Chevron 6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pic>
        <p:nvPicPr>
          <p:cNvPr id="579" name="" descr=""/>
          <p:cNvPicPr/>
          <p:nvPr/>
        </p:nvPicPr>
        <p:blipFill>
          <a:blip r:embed="rId1"/>
          <a:stretch/>
        </p:blipFill>
        <p:spPr>
          <a:xfrm>
            <a:off x="1371600" y="972000"/>
            <a:ext cx="8105400" cy="52002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COMPARTMENTAL MODELS  (SIR-model)</a:t>
            </a:r>
            <a:endParaRPr b="0" lang="en-US" sz="2500" strike="noStrike" u="none">
              <a:solidFill>
                <a:srgbClr val="000000"/>
              </a:solidFill>
              <a:effectLst/>
              <a:uFillTx/>
              <a:latin typeface="Arial"/>
            </a:endParaRPr>
          </a:p>
        </p:txBody>
      </p:sp>
      <p:sp>
        <p:nvSpPr>
          <p:cNvPr id="581" name="Textfeld 29"/>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9FFD62D1-88C5-480D-BC33-F2D3633FF540}"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82" name="Chevron 8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83" name="Chevron 8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a:t>
            </a:r>
            <a:r>
              <a:rPr b="0" lang="en-US" sz="1400" strike="noStrike" u="none">
                <a:solidFill>
                  <a:schemeClr val="lt1"/>
                </a:solidFill>
                <a:effectLst/>
                <a:uFillTx/>
                <a:latin typeface="Calibri"/>
                <a:ea typeface="Arial"/>
              </a:rPr>
              <a:t>nsio</a:t>
            </a:r>
            <a:r>
              <a:rPr b="0" lang="en-US" sz="1400" strike="noStrike" u="none">
                <a:solidFill>
                  <a:schemeClr val="lt1"/>
                </a:solidFill>
                <a:effectLst/>
                <a:uFillTx/>
                <a:latin typeface="Calibri"/>
                <a:ea typeface="Arial"/>
              </a:rPr>
              <a:t>ns</a:t>
            </a:r>
            <a:endParaRPr b="0" lang="en-US" sz="1400" strike="noStrike" u="none">
              <a:solidFill>
                <a:srgbClr val="ffffff"/>
              </a:solidFill>
              <a:effectLst/>
              <a:uFillTx/>
              <a:latin typeface="Arial"/>
            </a:endParaRPr>
          </a:p>
        </p:txBody>
      </p:sp>
      <p:sp>
        <p:nvSpPr>
          <p:cNvPr id="584" name="Chevron 8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a:t>
            </a:r>
            <a:r>
              <a:rPr b="0" lang="de-DE" sz="1400" strike="noStrike" u="none">
                <a:solidFill>
                  <a:schemeClr val="lt1"/>
                </a:solidFill>
                <a:effectLst/>
                <a:uFillTx/>
                <a:latin typeface="Calibri"/>
                <a:ea typeface="Arial"/>
              </a:rPr>
              <a:t>ment </a:t>
            </a:r>
            <a:r>
              <a:rPr b="0" lang="de-DE" sz="1400" strike="noStrike" u="none">
                <a:solidFill>
                  <a:schemeClr val="lt1"/>
                </a:solidFill>
                <a:effectLst/>
                <a:uFillTx/>
                <a:latin typeface="Calibri"/>
                <a:ea typeface="Arial"/>
              </a:rPr>
              <a:t>Models </a:t>
            </a:r>
            <a:r>
              <a:rPr b="0" lang="de-DE" sz="1400" strike="noStrike" u="none">
                <a:solidFill>
                  <a:schemeClr val="lt1"/>
                </a:solidFill>
                <a:effectLst/>
                <a:uFillTx/>
                <a:latin typeface="Calibri"/>
                <a:ea typeface="Arial"/>
              </a:rPr>
              <a:t>(SIR)</a:t>
            </a:r>
            <a:endParaRPr b="0" lang="en-US" sz="1400" strike="noStrike" u="none">
              <a:solidFill>
                <a:srgbClr val="ffffff"/>
              </a:solidFill>
              <a:effectLst/>
              <a:uFillTx/>
              <a:latin typeface="Arial"/>
            </a:endParaRPr>
          </a:p>
        </p:txBody>
      </p:sp>
      <p:sp>
        <p:nvSpPr>
          <p:cNvPr id="585" name="Chevron 8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a:t>
            </a:r>
            <a:r>
              <a:rPr b="0" lang="de-DE" sz="1400" strike="noStrike" u="none">
                <a:solidFill>
                  <a:schemeClr val="lt1"/>
                </a:solidFill>
                <a:effectLst/>
                <a:uFillTx/>
                <a:latin typeface="Calibri"/>
                <a:ea typeface="Arial"/>
              </a:rPr>
              <a:t>tical </a:t>
            </a:r>
            <a:r>
              <a:rPr b="0" lang="de-DE" sz="1400" strike="noStrike" u="none">
                <a:solidFill>
                  <a:schemeClr val="lt1"/>
                </a:solidFill>
                <a:effectLst/>
                <a:uFillTx/>
                <a:latin typeface="Calibri"/>
                <a:ea typeface="Arial"/>
              </a:rPr>
              <a:t>Modelin</a:t>
            </a:r>
            <a:r>
              <a:rPr b="0" lang="de-DE" sz="1400" strike="noStrike" u="none">
                <a:solidFill>
                  <a:schemeClr val="lt1"/>
                </a:solidFill>
                <a:effectLst/>
                <a:uFillTx/>
                <a:latin typeface="Calibri"/>
                <a:ea typeface="Arial"/>
              </a:rPr>
              <a:t>g</a:t>
            </a:r>
            <a:endParaRPr b="0" lang="en-US" sz="1400" strike="noStrike" u="none">
              <a:solidFill>
                <a:srgbClr val="ffffff"/>
              </a:solidFill>
              <a:effectLst/>
              <a:uFillTx/>
              <a:latin typeface="Arial"/>
            </a:endParaRPr>
          </a:p>
        </p:txBody>
      </p:sp>
      <p:pic>
        <p:nvPicPr>
          <p:cNvPr id="586" name="" descr=""/>
          <p:cNvPicPr/>
          <p:nvPr/>
        </p:nvPicPr>
        <p:blipFill>
          <a:blip r:embed="rId1"/>
          <a:stretch/>
        </p:blipFill>
        <p:spPr>
          <a:xfrm>
            <a:off x="1209960" y="1143000"/>
            <a:ext cx="10220040" cy="520020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943920" y="13248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Other extensions for </a:t>
            </a:r>
            <a:r>
              <a:rPr b="1" lang="en-US" sz="2500" strike="noStrike" u="none" cap="all">
                <a:solidFill>
                  <a:schemeClr val="dk1"/>
                </a:solidFill>
                <a:effectLst/>
                <a:uFillTx/>
                <a:latin typeface="Calibri"/>
                <a:ea typeface="Arial"/>
              </a:rPr>
              <a:t>COMPARTMENTAL MODELS  </a:t>
            </a:r>
            <a:r>
              <a:rPr b="1" lang="en-US" sz="2500" strike="noStrike" u="none" cap="all">
                <a:solidFill>
                  <a:schemeClr val="dk1"/>
                </a:solidFill>
                <a:effectLst/>
                <a:uFillTx/>
                <a:latin typeface="Calibri"/>
                <a:ea typeface="Arial"/>
              </a:rPr>
              <a:t>(SIR-model)</a:t>
            </a:r>
            <a:endParaRPr b="0" lang="en-US" sz="2500" strike="noStrike" u="none">
              <a:solidFill>
                <a:srgbClr val="000000"/>
              </a:solidFill>
              <a:effectLst/>
              <a:uFillTx/>
              <a:latin typeface="Arial"/>
            </a:endParaRPr>
          </a:p>
        </p:txBody>
      </p:sp>
      <p:sp>
        <p:nvSpPr>
          <p:cNvPr id="588" name="Textfeld 9"/>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238FC884-0067-4BC3-A2EC-33D5D45D9EF5}"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589" name="Chevron 18"/>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590" name="Chevron 19"/>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591" name="Chevron 20"/>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592" name="Chevron 21"/>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
        <p:nvSpPr>
          <p:cNvPr id="593" name="Text 1"/>
          <p:cNvSpPr/>
          <p:nvPr/>
        </p:nvSpPr>
        <p:spPr>
          <a:xfrm>
            <a:off x="1828800" y="158220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594" name="Text 6"/>
          <p:cNvSpPr/>
          <p:nvPr/>
        </p:nvSpPr>
        <p:spPr>
          <a:xfrm>
            <a:off x="2167200" y="1335240"/>
            <a:ext cx="9594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βSI</a:t>
            </a:r>
            <a:endParaRPr b="0" lang="en-US" sz="2800" strike="noStrike" u="none">
              <a:solidFill>
                <a:srgbClr val="000000"/>
              </a:solidFill>
              <a:effectLst/>
              <a:uFillTx/>
              <a:latin typeface="Arial"/>
            </a:endParaRPr>
          </a:p>
        </p:txBody>
      </p:sp>
      <p:sp>
        <p:nvSpPr>
          <p:cNvPr id="595" name="Shape 2"/>
          <p:cNvSpPr/>
          <p:nvPr/>
        </p:nvSpPr>
        <p:spPr>
          <a:xfrm>
            <a:off x="2185200" y="1719000"/>
            <a:ext cx="92376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596" name="Text 11"/>
          <p:cNvSpPr/>
          <p:nvPr/>
        </p:nvSpPr>
        <p:spPr>
          <a:xfrm>
            <a:off x="2167200" y="1792440"/>
            <a:ext cx="95940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N</a:t>
            </a:r>
            <a:endParaRPr b="0" lang="en-US" sz="2800" strike="noStrike" u="none">
              <a:solidFill>
                <a:srgbClr val="000000"/>
              </a:solidFill>
              <a:effectLst/>
              <a:uFillTx/>
              <a:latin typeface="Arial"/>
            </a:endParaRPr>
          </a:p>
        </p:txBody>
      </p:sp>
      <p:sp>
        <p:nvSpPr>
          <p:cNvPr id="597" name="Text 15"/>
          <p:cNvSpPr/>
          <p:nvPr/>
        </p:nvSpPr>
        <p:spPr>
          <a:xfrm>
            <a:off x="3310200" y="160056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598" name="Text 16"/>
          <p:cNvSpPr/>
          <p:nvPr/>
        </p:nvSpPr>
        <p:spPr>
          <a:xfrm>
            <a:off x="3675960" y="1536480"/>
            <a:ext cx="6765840" cy="639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2400" strike="noStrike" u="none">
                <a:solidFill>
                  <a:srgbClr val="000000"/>
                </a:solidFill>
                <a:effectLst/>
                <a:uFillTx/>
                <a:latin typeface="Times New Roman"/>
                <a:ea typeface="Times New Roman"/>
              </a:rPr>
              <a:t>Standard Incidence rate </a:t>
            </a:r>
            <a:r>
              <a:rPr b="0" lang="en-US" sz="2400" strike="noStrike" u="none">
                <a:solidFill>
                  <a:srgbClr val="2d2db8"/>
                </a:solidFill>
                <a:effectLst/>
                <a:uFillTx/>
                <a:latin typeface="Times New Roman"/>
                <a:ea typeface="Times New Roman"/>
              </a:rPr>
              <a:t>Heesterbeek et al. (1996).</a:t>
            </a:r>
            <a:endParaRPr b="0" lang="en-US" sz="2400" strike="noStrike" u="none">
              <a:solidFill>
                <a:srgbClr val="000000"/>
              </a:solidFill>
              <a:effectLst/>
              <a:uFillTx/>
              <a:latin typeface="Arial"/>
            </a:endParaRPr>
          </a:p>
        </p:txBody>
      </p:sp>
      <p:sp>
        <p:nvSpPr>
          <p:cNvPr id="599" name="Text 17"/>
          <p:cNvSpPr/>
          <p:nvPr/>
        </p:nvSpPr>
        <p:spPr>
          <a:xfrm>
            <a:off x="1828800" y="286236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00" name="Text 18"/>
          <p:cNvSpPr/>
          <p:nvPr/>
        </p:nvSpPr>
        <p:spPr>
          <a:xfrm>
            <a:off x="2167200" y="2615400"/>
            <a:ext cx="12337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βSI</a:t>
            </a:r>
            <a:endParaRPr b="0" lang="en-US" sz="2800" strike="noStrike" u="none">
              <a:solidFill>
                <a:srgbClr val="000000"/>
              </a:solidFill>
              <a:effectLst/>
              <a:uFillTx/>
              <a:latin typeface="Arial"/>
            </a:endParaRPr>
          </a:p>
        </p:txBody>
      </p:sp>
      <p:sp>
        <p:nvSpPr>
          <p:cNvPr id="601" name="Shape 8"/>
          <p:cNvSpPr/>
          <p:nvPr/>
        </p:nvSpPr>
        <p:spPr>
          <a:xfrm>
            <a:off x="2185200" y="2999160"/>
            <a:ext cx="119808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02" name="Text 19"/>
          <p:cNvSpPr/>
          <p:nvPr/>
        </p:nvSpPr>
        <p:spPr>
          <a:xfrm>
            <a:off x="2167200" y="3072600"/>
            <a:ext cx="12337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800" strike="noStrike" u="none">
                <a:solidFill>
                  <a:srgbClr val="333333"/>
                </a:solidFill>
                <a:effectLst/>
                <a:uFillTx/>
                <a:latin typeface="Cambria Math"/>
                <a:ea typeface="Cambria Math"/>
              </a:rPr>
              <a:t>1 + aI</a:t>
            </a:r>
            <a:endParaRPr b="0" lang="en-US" sz="2800" strike="noStrike" u="none">
              <a:solidFill>
                <a:srgbClr val="000000"/>
              </a:solidFill>
              <a:effectLst/>
              <a:uFillTx/>
              <a:latin typeface="Arial"/>
            </a:endParaRPr>
          </a:p>
        </p:txBody>
      </p:sp>
      <p:sp>
        <p:nvSpPr>
          <p:cNvPr id="603" name="Text 20"/>
          <p:cNvSpPr/>
          <p:nvPr/>
        </p:nvSpPr>
        <p:spPr>
          <a:xfrm>
            <a:off x="3538800" y="288072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04" name="Text 21"/>
          <p:cNvSpPr/>
          <p:nvPr/>
        </p:nvSpPr>
        <p:spPr>
          <a:xfrm>
            <a:off x="3950280" y="2816640"/>
            <a:ext cx="6491520" cy="639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2400" strike="noStrike" u="none">
                <a:solidFill>
                  <a:srgbClr val="000000"/>
                </a:solidFill>
                <a:effectLst/>
                <a:uFillTx/>
                <a:latin typeface="Times New Roman"/>
                <a:ea typeface="Times New Roman"/>
              </a:rPr>
              <a:t>Holling type incidence rate </a:t>
            </a:r>
            <a:r>
              <a:rPr b="0" lang="en-US" sz="2400" strike="noStrike" u="none">
                <a:solidFill>
                  <a:srgbClr val="2d2db8"/>
                </a:solidFill>
                <a:effectLst/>
                <a:uFillTx/>
                <a:latin typeface="Times New Roman"/>
                <a:ea typeface="Times New Roman"/>
              </a:rPr>
              <a:t>Anderson &amp; May (1992).</a:t>
            </a:r>
            <a:endParaRPr b="0" lang="en-US" sz="2400" strike="noStrike" u="none">
              <a:solidFill>
                <a:srgbClr val="000000"/>
              </a:solidFill>
              <a:effectLst/>
              <a:uFillTx/>
              <a:latin typeface="Arial"/>
            </a:endParaRPr>
          </a:p>
        </p:txBody>
      </p:sp>
      <p:sp>
        <p:nvSpPr>
          <p:cNvPr id="605" name="Text 22"/>
          <p:cNvSpPr/>
          <p:nvPr/>
        </p:nvSpPr>
        <p:spPr>
          <a:xfrm>
            <a:off x="1828800" y="418824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06" name="Text 23"/>
          <p:cNvSpPr/>
          <p:nvPr/>
        </p:nvSpPr>
        <p:spPr>
          <a:xfrm>
            <a:off x="2167200" y="3941280"/>
            <a:ext cx="173664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700" strike="noStrike" u="none">
                <a:solidFill>
                  <a:srgbClr val="333333"/>
                </a:solidFill>
                <a:effectLst/>
                <a:uFillTx/>
                <a:latin typeface="Cambria Math"/>
                <a:ea typeface="Cambria Math"/>
              </a:rPr>
              <a:t>βSI</a:t>
            </a:r>
            <a:endParaRPr b="0" lang="en-US" sz="2700" strike="noStrike" u="none">
              <a:solidFill>
                <a:srgbClr val="000000"/>
              </a:solidFill>
              <a:effectLst/>
              <a:uFillTx/>
              <a:latin typeface="Arial"/>
            </a:endParaRPr>
          </a:p>
        </p:txBody>
      </p:sp>
      <p:sp>
        <p:nvSpPr>
          <p:cNvPr id="607" name="Shape 14"/>
          <p:cNvSpPr/>
          <p:nvPr/>
        </p:nvSpPr>
        <p:spPr>
          <a:xfrm>
            <a:off x="2185200" y="4325040"/>
            <a:ext cx="170100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08" name="Text 24"/>
          <p:cNvSpPr/>
          <p:nvPr/>
        </p:nvSpPr>
        <p:spPr>
          <a:xfrm>
            <a:off x="2167200" y="4398480"/>
            <a:ext cx="173664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700" strike="noStrike" u="none">
                <a:solidFill>
                  <a:srgbClr val="333333"/>
                </a:solidFill>
                <a:effectLst/>
                <a:uFillTx/>
                <a:latin typeface="Cambria Math"/>
                <a:ea typeface="Cambria Math"/>
              </a:rPr>
              <a:t>1 + aS + bI</a:t>
            </a:r>
            <a:endParaRPr b="0" lang="en-US" sz="2700" strike="noStrike" u="none">
              <a:solidFill>
                <a:srgbClr val="000000"/>
              </a:solidFill>
              <a:effectLst/>
              <a:uFillTx/>
              <a:latin typeface="Arial"/>
            </a:endParaRPr>
          </a:p>
        </p:txBody>
      </p:sp>
      <p:sp>
        <p:nvSpPr>
          <p:cNvPr id="609" name="Text 25"/>
          <p:cNvSpPr/>
          <p:nvPr/>
        </p:nvSpPr>
        <p:spPr>
          <a:xfrm>
            <a:off x="4087440" y="420660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10" name="Text 26"/>
          <p:cNvSpPr/>
          <p:nvPr/>
        </p:nvSpPr>
        <p:spPr>
          <a:xfrm>
            <a:off x="4498920" y="4142520"/>
            <a:ext cx="6034320" cy="913680"/>
          </a:xfrm>
          <a:prstGeom prst="rect">
            <a:avLst/>
          </a:prstGeom>
          <a:noFill/>
          <a:ln w="0">
            <a:noFill/>
          </a:ln>
        </p:spPr>
        <p:style>
          <a:lnRef idx="0"/>
          <a:fillRef idx="0"/>
          <a:effectRef idx="0"/>
          <a:fontRef idx="minor"/>
        </p:style>
        <p:txBody>
          <a:bodyPr lIns="0" rIns="0" tIns="0" bIns="0" anchor="t">
            <a:normAutofit fontScale="92500" lnSpcReduction="9999"/>
          </a:bodyPr>
          <a:p>
            <a:pPr defTabSz="914400">
              <a:lnSpc>
                <a:spcPct val="100000"/>
              </a:lnSpc>
              <a:tabLst>
                <a:tab algn="l" pos="0"/>
              </a:tabLst>
            </a:pPr>
            <a:r>
              <a:rPr b="0" lang="en-US" sz="2400" strike="noStrike" u="none">
                <a:solidFill>
                  <a:srgbClr val="000000"/>
                </a:solidFill>
                <a:effectLst/>
                <a:uFillTx/>
                <a:latin typeface="Times New Roman"/>
                <a:ea typeface="Times New Roman"/>
              </a:rPr>
              <a:t>Beddington-DeAngelis incidence rate </a:t>
            </a:r>
            <a:r>
              <a:rPr b="0" lang="en-US" sz="2400" strike="noStrike" u="none">
                <a:solidFill>
                  <a:srgbClr val="2d2db8"/>
                </a:solidFill>
                <a:effectLst/>
                <a:uFillTx/>
                <a:latin typeface="Times New Roman"/>
                <a:ea typeface="Times New Roman"/>
              </a:rPr>
              <a:t>Beddington</a:t>
            </a:r>
            <a:endParaRPr b="0" lang="en-US" sz="2400" strike="noStrike" u="none">
              <a:solidFill>
                <a:srgbClr val="000000"/>
              </a:solidFill>
              <a:effectLst/>
              <a:uFillTx/>
              <a:latin typeface="Arial"/>
            </a:endParaRPr>
          </a:p>
          <a:p>
            <a:pPr defTabSz="914400">
              <a:lnSpc>
                <a:spcPct val="100000"/>
              </a:lnSpc>
              <a:tabLst>
                <a:tab algn="l" pos="0"/>
              </a:tabLst>
            </a:pPr>
            <a:r>
              <a:rPr b="0" lang="en-US" sz="2400" strike="noStrike" u="none">
                <a:solidFill>
                  <a:srgbClr val="2d2db8"/>
                </a:solidFill>
                <a:effectLst/>
                <a:uFillTx/>
                <a:latin typeface="Times New Roman"/>
                <a:ea typeface="Times New Roman"/>
              </a:rPr>
              <a:t>(1975).</a:t>
            </a:r>
            <a:endParaRPr b="0" lang="en-US" sz="2400" strike="noStrike" u="none">
              <a:solidFill>
                <a:srgbClr val="000000"/>
              </a:solidFill>
              <a:effectLst/>
              <a:uFillTx/>
              <a:latin typeface="Arial"/>
            </a:endParaRPr>
          </a:p>
        </p:txBody>
      </p:sp>
      <p:sp>
        <p:nvSpPr>
          <p:cNvPr id="611" name="Text 27"/>
          <p:cNvSpPr/>
          <p:nvPr/>
        </p:nvSpPr>
        <p:spPr>
          <a:xfrm>
            <a:off x="1828800" y="5669640"/>
            <a:ext cx="227880" cy="227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3100" strike="noStrike" u="none">
                <a:solidFill>
                  <a:srgbClr val="000000"/>
                </a:solidFill>
                <a:effectLst/>
                <a:uFillTx/>
                <a:latin typeface="Times New Roman"/>
                <a:ea typeface="Times New Roman"/>
              </a:rPr>
              <a:t>•</a:t>
            </a:r>
            <a:endParaRPr b="0" lang="en-US" sz="3100" strike="noStrike" u="none">
              <a:solidFill>
                <a:srgbClr val="000000"/>
              </a:solidFill>
              <a:effectLst/>
              <a:uFillTx/>
              <a:latin typeface="Arial"/>
            </a:endParaRPr>
          </a:p>
        </p:txBody>
      </p:sp>
      <p:sp>
        <p:nvSpPr>
          <p:cNvPr id="612" name="Text 28"/>
          <p:cNvSpPr/>
          <p:nvPr/>
        </p:nvSpPr>
        <p:spPr>
          <a:xfrm>
            <a:off x="2167200" y="5422680"/>
            <a:ext cx="26053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500" strike="noStrike" u="none">
                <a:solidFill>
                  <a:srgbClr val="333333"/>
                </a:solidFill>
                <a:effectLst/>
                <a:uFillTx/>
                <a:latin typeface="Cambria Math"/>
                <a:ea typeface="Cambria Math"/>
              </a:rPr>
              <a:t>βSI</a:t>
            </a:r>
            <a:endParaRPr b="0" lang="en-US" sz="2500" strike="noStrike" u="none">
              <a:solidFill>
                <a:srgbClr val="000000"/>
              </a:solidFill>
              <a:effectLst/>
              <a:uFillTx/>
              <a:latin typeface="Arial"/>
            </a:endParaRPr>
          </a:p>
        </p:txBody>
      </p:sp>
      <p:sp>
        <p:nvSpPr>
          <p:cNvPr id="613" name="Shape 20"/>
          <p:cNvSpPr/>
          <p:nvPr/>
        </p:nvSpPr>
        <p:spPr>
          <a:xfrm>
            <a:off x="2185200" y="5806440"/>
            <a:ext cx="2569680" cy="360"/>
          </a:xfrm>
          <a:prstGeom prst="line">
            <a:avLst/>
          </a:prstGeom>
          <a:ln w="13970">
            <a:solidFill>
              <a:srgbClr val="33333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a typeface="DejaVu Sans"/>
            </a:endParaRPr>
          </a:p>
        </p:txBody>
      </p:sp>
      <p:sp>
        <p:nvSpPr>
          <p:cNvPr id="614" name="Text 29"/>
          <p:cNvSpPr/>
          <p:nvPr/>
        </p:nvSpPr>
        <p:spPr>
          <a:xfrm>
            <a:off x="2167200" y="5879880"/>
            <a:ext cx="2605320" cy="328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2500" strike="noStrike" u="none">
                <a:solidFill>
                  <a:srgbClr val="333333"/>
                </a:solidFill>
                <a:effectLst/>
                <a:uFillTx/>
                <a:latin typeface="Cambria Math"/>
                <a:ea typeface="Cambria Math"/>
              </a:rPr>
              <a:t>(1 + aS)(1 + γI)</a:t>
            </a:r>
            <a:endParaRPr b="0" lang="en-US" sz="2500" strike="noStrike" u="none">
              <a:solidFill>
                <a:srgbClr val="000000"/>
              </a:solidFill>
              <a:effectLst/>
              <a:uFillTx/>
              <a:latin typeface="Arial"/>
            </a:endParaRPr>
          </a:p>
        </p:txBody>
      </p:sp>
      <p:sp>
        <p:nvSpPr>
          <p:cNvPr id="615" name="Text 30"/>
          <p:cNvSpPr/>
          <p:nvPr/>
        </p:nvSpPr>
        <p:spPr>
          <a:xfrm>
            <a:off x="4956120" y="5687640"/>
            <a:ext cx="227880" cy="2736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2400" strike="noStrike" u="none">
                <a:solidFill>
                  <a:srgbClr val="000000"/>
                </a:solidFill>
                <a:effectLst/>
                <a:uFillTx/>
                <a:latin typeface="Times New Roman"/>
                <a:ea typeface="Times New Roman"/>
              </a:rPr>
              <a:t>:</a:t>
            </a:r>
            <a:endParaRPr b="0" lang="en-US" sz="2400" strike="noStrike" u="none">
              <a:solidFill>
                <a:srgbClr val="000000"/>
              </a:solidFill>
              <a:effectLst/>
              <a:uFillTx/>
              <a:latin typeface="Arial"/>
            </a:endParaRPr>
          </a:p>
        </p:txBody>
      </p:sp>
      <p:sp>
        <p:nvSpPr>
          <p:cNvPr id="616" name="Text 31"/>
          <p:cNvSpPr/>
          <p:nvPr/>
        </p:nvSpPr>
        <p:spPr>
          <a:xfrm>
            <a:off x="5340240" y="5623920"/>
            <a:ext cx="5074200" cy="1005120"/>
          </a:xfrm>
          <a:prstGeom prst="rect">
            <a:avLst/>
          </a:prstGeom>
          <a:noFill/>
          <a:ln w="0">
            <a:noFill/>
          </a:ln>
        </p:spPr>
        <p:style>
          <a:lnRef idx="0"/>
          <a:fillRef idx="0"/>
          <a:effectRef idx="0"/>
          <a:fontRef idx="minor"/>
        </p:style>
        <p:txBody>
          <a:bodyPr lIns="0" rIns="0" tIns="0" bIns="0" anchor="t">
            <a:normAutofit lnSpcReduction="9999"/>
          </a:bodyPr>
          <a:p>
            <a:pPr defTabSz="914400">
              <a:lnSpc>
                <a:spcPct val="100000"/>
              </a:lnSpc>
              <a:tabLst>
                <a:tab algn="l" pos="0"/>
              </a:tabLst>
            </a:pPr>
            <a:r>
              <a:rPr b="0" lang="en-US" sz="2400" strike="noStrike" u="none">
                <a:solidFill>
                  <a:srgbClr val="000000"/>
                </a:solidFill>
                <a:effectLst/>
                <a:uFillTx/>
                <a:latin typeface="Times New Roman"/>
                <a:ea typeface="Times New Roman"/>
              </a:rPr>
              <a:t>Crowley-Martin incidence rate </a:t>
            </a:r>
            <a:r>
              <a:rPr b="0" lang="en-US" sz="2400" strike="noStrike" u="none">
                <a:solidFill>
                  <a:srgbClr val="2d2db8"/>
                </a:solidFill>
                <a:effectLst/>
                <a:uFillTx/>
                <a:latin typeface="Times New Roman"/>
                <a:ea typeface="Times New Roman"/>
              </a:rPr>
              <a:t>Crowley &amp; Martin</a:t>
            </a:r>
            <a:endParaRPr b="0" lang="en-US" sz="2400" strike="noStrike" u="none">
              <a:solidFill>
                <a:srgbClr val="000000"/>
              </a:solidFill>
              <a:effectLst/>
              <a:uFillTx/>
              <a:latin typeface="Arial"/>
            </a:endParaRPr>
          </a:p>
          <a:p>
            <a:pPr defTabSz="914400">
              <a:lnSpc>
                <a:spcPct val="100000"/>
              </a:lnSpc>
              <a:tabLst>
                <a:tab algn="l" pos="0"/>
              </a:tabLst>
            </a:pPr>
            <a:r>
              <a:rPr b="0" lang="en-US" sz="2400" strike="noStrike" u="none">
                <a:solidFill>
                  <a:srgbClr val="2d2db8"/>
                </a:solidFill>
                <a:effectLst/>
                <a:uFillTx/>
                <a:latin typeface="Times New Roman"/>
                <a:ea typeface="Times New Roman"/>
              </a:rPr>
              <a:t>(1989).</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COMPARTMENTAL MODELS  </a:t>
            </a:r>
            <a:r>
              <a:rPr b="1" lang="en-US" sz="2500" strike="noStrike" u="none" cap="all">
                <a:solidFill>
                  <a:schemeClr val="dk1"/>
                </a:solidFill>
                <a:effectLst/>
                <a:uFillTx/>
                <a:latin typeface="Calibri"/>
                <a:ea typeface="Arial"/>
              </a:rPr>
              <a:t>(SIR-model)</a:t>
            </a:r>
            <a:endParaRPr b="0" lang="en-US" sz="2500" strike="noStrike" u="none">
              <a:solidFill>
                <a:srgbClr val="000000"/>
              </a:solidFill>
              <a:effectLst/>
              <a:uFillTx/>
              <a:latin typeface="Arial"/>
            </a:endParaRPr>
          </a:p>
        </p:txBody>
      </p:sp>
      <p:sp>
        <p:nvSpPr>
          <p:cNvPr id="618" name="Textfeld 10"/>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22528D67-5002-4777-ADF7-ADF163407AAE}"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619" name=""/>
          <p:cNvSpPr/>
          <p:nvPr/>
        </p:nvSpPr>
        <p:spPr>
          <a:xfrm>
            <a:off x="1143000" y="802080"/>
            <a:ext cx="3777480" cy="401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800" strike="noStrike" u="none">
                <a:solidFill>
                  <a:schemeClr val="dk1"/>
                </a:solidFill>
                <a:effectLst/>
                <a:uFillTx/>
                <a:latin typeface="Calibri"/>
                <a:ea typeface="Arial"/>
              </a:rPr>
              <a:t>Modification of the incidence rate</a:t>
            </a:r>
            <a:endParaRPr b="0" lang="en-US" sz="1800" strike="noStrike" u="none">
              <a:solidFill>
                <a:srgbClr val="000000"/>
              </a:solidFill>
              <a:effectLst/>
              <a:uFillTx/>
              <a:latin typeface="Arial"/>
            </a:endParaRPr>
          </a:p>
        </p:txBody>
      </p:sp>
      <p:pic>
        <p:nvPicPr>
          <p:cNvPr id="620" name="" descr=""/>
          <p:cNvPicPr/>
          <p:nvPr/>
        </p:nvPicPr>
        <p:blipFill>
          <a:blip r:embed="rId1"/>
          <a:stretch/>
        </p:blipFill>
        <p:spPr>
          <a:xfrm>
            <a:off x="1957320" y="1143000"/>
            <a:ext cx="8100720" cy="4939560"/>
          </a:xfrm>
          <a:prstGeom prst="rect">
            <a:avLst/>
          </a:prstGeom>
          <a:noFill/>
          <a:ln w="0">
            <a:noFill/>
          </a:ln>
        </p:spPr>
      </p:pic>
      <p:sp>
        <p:nvSpPr>
          <p:cNvPr id="621" name="Chevron 22"/>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22" name="Chevron 23"/>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23" name="Chevron 24"/>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24" name="Chevron 25"/>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Extensions of compartmental models </a:t>
            </a:r>
            <a:endParaRPr b="0" lang="en-US" sz="2500" strike="noStrike" u="none">
              <a:solidFill>
                <a:srgbClr val="000000"/>
              </a:solidFill>
              <a:effectLst/>
              <a:uFillTx/>
              <a:latin typeface="Arial"/>
            </a:endParaRPr>
          </a:p>
        </p:txBody>
      </p:sp>
      <p:sp>
        <p:nvSpPr>
          <p:cNvPr id="626" name="Textfeld 1"/>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r>
              <a:rPr b="0" lang="de-DE" sz="1800" strike="noStrike" u="none">
                <a:solidFill>
                  <a:schemeClr val="dk1"/>
                </a:solidFill>
                <a:effectLst/>
                <a:uFillTx/>
                <a:latin typeface="Calibri"/>
                <a:ea typeface="Arial"/>
              </a:rPr>
              <a:t>0</a:t>
            </a:r>
            <a:fld id="{3D956C40-A0C3-4B27-B369-78236BDF03E3}"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pic>
        <p:nvPicPr>
          <p:cNvPr id="627" name="" descr=""/>
          <p:cNvPicPr/>
          <p:nvPr/>
        </p:nvPicPr>
        <p:blipFill>
          <a:blip r:embed="rId1"/>
          <a:stretch/>
        </p:blipFill>
        <p:spPr>
          <a:xfrm>
            <a:off x="5257800" y="783360"/>
            <a:ext cx="7543440" cy="5630400"/>
          </a:xfrm>
          <a:prstGeom prst="rect">
            <a:avLst/>
          </a:prstGeom>
          <a:noFill/>
          <a:ln w="0">
            <a:noFill/>
          </a:ln>
        </p:spPr>
      </p:pic>
      <p:sp>
        <p:nvSpPr>
          <p:cNvPr id="628" name="Textfeld 15"/>
          <p:cNvSpPr/>
          <p:nvPr/>
        </p:nvSpPr>
        <p:spPr>
          <a:xfrm>
            <a:off x="685800" y="148320"/>
            <a:ext cx="5818680" cy="5446800"/>
          </a:xfrm>
          <a:prstGeom prst="rect">
            <a:avLst/>
          </a:prstGeom>
          <a:noFill/>
          <a:ln w="0">
            <a:noFill/>
          </a:ln>
        </p:spPr>
        <p:style>
          <a:lnRef idx="0"/>
          <a:fillRef idx="0"/>
          <a:effectRef idx="0"/>
          <a:fontRef idx="minor"/>
        </p:style>
        <p:txBody>
          <a:bodyPr lIns="0" rIns="0" tIns="0" bIns="0" anchor="t">
            <a:spAutoFit/>
          </a:bodyPr>
          <a:p>
            <a:pPr defTabSz="914400">
              <a:lnSpc>
                <a:spcPct val="100000"/>
              </a:lnSpc>
              <a:spcBef>
                <a:spcPts val="1191"/>
              </a:spcBef>
              <a:spcAft>
                <a:spcPts val="992"/>
              </a:spcAft>
            </a:pPr>
            <a:endParaRPr b="0" lang="en-US" sz="1000" strike="noStrike" u="none">
              <a:solidFill>
                <a:srgbClr val="000000"/>
              </a:solidFill>
              <a:effectLst/>
              <a:uFillTx/>
              <a:latin typeface="Arial"/>
            </a:endParaRPr>
          </a:p>
          <a:p>
            <a:pPr defTabSz="914400">
              <a:lnSpc>
                <a:spcPct val="100000"/>
              </a:lnSpc>
              <a:spcBef>
                <a:spcPts val="1191"/>
              </a:spcBef>
              <a:spcAft>
                <a:spcPts val="992"/>
              </a:spcAft>
            </a:pP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ODE: ordinary differential equations: simple system.</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DDE: delay differential equations: capture the incubation period for instance.</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FDE: fractional differential equations: illustrate the ”memory” effect of the dynamics.</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SDE: stochastic differential equations: the interactions between individuals are not uniform but have a random effect</a:t>
            </a:r>
            <a:endParaRPr b="0" lang="en-US"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n-US" sz="1800" strike="noStrike" u="none">
                <a:solidFill>
                  <a:schemeClr val="dk1"/>
                </a:solidFill>
                <a:effectLst/>
                <a:uFillTx/>
                <a:latin typeface="Calibri"/>
                <a:ea typeface="Arial"/>
              </a:rPr>
              <a:t>PDE: partial differential equations: interfere when the spatial factor is included into the model.</a:t>
            </a: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629" name="Chevron 34"/>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30" name="Chevron 35"/>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31" name="Chevron 36"/>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32" name="Chevron 37"/>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Y</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F</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P</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G</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G</a:t>
            </a:r>
            <a:r>
              <a:rPr b="1" lang="en-US" sz="5000" strike="noStrike" u="none" cap="all">
                <a:solidFill>
                  <a:schemeClr val="lt1"/>
                </a:solidFill>
                <a:effectLst/>
                <a:uFillTx/>
                <a:latin typeface="Calibri"/>
                <a:ea typeface="Arial"/>
              </a:rPr>
              <a:t> </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y</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f</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p</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c</a:t>
            </a:r>
            <a:r>
              <a:rPr b="1" lang="en-US" sz="2500" strike="noStrike" u="none" cap="all">
                <a:solidFill>
                  <a:schemeClr val="dk1"/>
                </a:solidFill>
                <a:effectLst/>
                <a:uFillTx/>
                <a:latin typeface="Calibri"/>
                <a:ea typeface="Arial"/>
              </a:rPr>
              <a:t>a</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 </a:t>
            </a:r>
            <a:r>
              <a:rPr b="1" lang="en-US" sz="2500" strike="noStrike" u="none" cap="all">
                <a:solidFill>
                  <a:schemeClr val="dk1"/>
                </a:solidFill>
                <a:effectLst/>
                <a:uFillTx/>
                <a:latin typeface="Calibri"/>
                <a:ea typeface="Arial"/>
              </a:rPr>
              <a:t>m</a:t>
            </a:r>
            <a:r>
              <a:rPr b="1" lang="en-US" sz="2500" strike="noStrike" u="none" cap="all">
                <a:solidFill>
                  <a:schemeClr val="dk1"/>
                </a:solidFill>
                <a:effectLst/>
                <a:uFillTx/>
                <a:latin typeface="Calibri"/>
                <a:ea typeface="Arial"/>
              </a:rPr>
              <a:t>o</a:t>
            </a:r>
            <a:r>
              <a:rPr b="1" lang="en-US" sz="2500" strike="noStrike" u="none" cap="all">
                <a:solidFill>
                  <a:schemeClr val="dk1"/>
                </a:solidFill>
                <a:effectLst/>
                <a:uFillTx/>
                <a:latin typeface="Calibri"/>
                <a:ea typeface="Arial"/>
              </a:rPr>
              <a:t>d</a:t>
            </a:r>
            <a:r>
              <a:rPr b="1" lang="en-US" sz="2500" strike="noStrike" u="none" cap="all">
                <a:solidFill>
                  <a:schemeClr val="dk1"/>
                </a:solidFill>
                <a:effectLst/>
                <a:uFillTx/>
                <a:latin typeface="Calibri"/>
                <a:ea typeface="Arial"/>
              </a:rPr>
              <a:t>e</a:t>
            </a:r>
            <a:r>
              <a:rPr b="1" lang="en-US" sz="2500" strike="noStrike" u="none" cap="all">
                <a:solidFill>
                  <a:schemeClr val="dk1"/>
                </a:solidFill>
                <a:effectLst/>
                <a:uFillTx/>
                <a:latin typeface="Calibri"/>
                <a:ea typeface="Arial"/>
              </a:rPr>
              <a:t>l</a:t>
            </a:r>
            <a:r>
              <a:rPr b="1" lang="en-US" sz="2500" strike="noStrike" u="none" cap="all">
                <a:solidFill>
                  <a:schemeClr val="dk1"/>
                </a:solidFill>
                <a:effectLst/>
                <a:uFillTx/>
                <a:latin typeface="Calibri"/>
                <a:ea typeface="Arial"/>
              </a:rPr>
              <a:t>i</a:t>
            </a:r>
            <a:r>
              <a:rPr b="1" lang="en-US" sz="2500" strike="noStrike" u="none" cap="all">
                <a:solidFill>
                  <a:schemeClr val="dk1"/>
                </a:solidFill>
                <a:effectLst/>
                <a:uFillTx/>
                <a:latin typeface="Calibri"/>
                <a:ea typeface="Arial"/>
              </a:rPr>
              <a:t>n</a:t>
            </a:r>
            <a:r>
              <a:rPr b="1" lang="en-US" sz="2500" strike="noStrike" u="none" cap="all">
                <a:solidFill>
                  <a:schemeClr val="dk1"/>
                </a:solidFill>
                <a:effectLst/>
                <a:uFillTx/>
                <a:latin typeface="Calibri"/>
                <a:ea typeface="Arial"/>
              </a:rPr>
              <a:t>g</a:t>
            </a:r>
            <a:r>
              <a:rPr b="1" lang="en-US" sz="2500" strike="noStrike" u="none" cap="all">
                <a:solidFill>
                  <a:schemeClr val="dk1"/>
                </a:solidFill>
                <a:effectLst/>
                <a:uFillTx/>
                <a:latin typeface="Calibri"/>
                <a:ea typeface="Arial"/>
              </a:rPr>
              <a:t>  </a:t>
            </a:r>
            <a:endParaRPr b="0" lang="en-US" sz="2500" strike="noStrike" u="none">
              <a:solidFill>
                <a:srgbClr val="000000"/>
              </a:solidFill>
              <a:effectLst/>
              <a:uFillTx/>
              <a:latin typeface="Arial"/>
            </a:endParaRPr>
          </a:p>
        </p:txBody>
      </p:sp>
      <p:sp>
        <p:nvSpPr>
          <p:cNvPr id="635" name="Textfeld 26"/>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5F0B7DA2-5657-4BB0-9E14-81BF26E982BC}" type="slidenum">
              <a:rPr b="0" lang="de-DE" sz="1800" strike="noStrike" u="none">
                <a:solidFill>
                  <a:schemeClr val="dk1"/>
                </a:solidFill>
                <a:effectLst/>
                <a:uFillTx/>
                <a:latin typeface="Calibri"/>
                <a:ea typeface="Arial"/>
              </a:rPr>
              <a:t>&lt;number&gt;</a:t>
            </a:fld>
            <a:endParaRPr b="0" lang="en-US" sz="1800" strike="noStrike" u="none">
              <a:solidFill>
                <a:srgbClr val="000000"/>
              </a:solidFill>
              <a:effectLst/>
              <a:uFillTx/>
              <a:latin typeface="Arial"/>
            </a:endParaRPr>
          </a:p>
        </p:txBody>
      </p:sp>
      <p:sp>
        <p:nvSpPr>
          <p:cNvPr id="636" name="Rechteck 3"/>
          <p:cNvSpPr/>
          <p:nvPr/>
        </p:nvSpPr>
        <p:spPr>
          <a:xfrm>
            <a:off x="1007640" y="1018080"/>
            <a:ext cx="10784160" cy="912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b="0" lang="en-US" sz="1800" strike="noStrike" u="none">
              <a:solidFill>
                <a:srgbClr val="000000"/>
              </a:solidFill>
              <a:effectLst/>
              <a:uFillTx/>
              <a:latin typeface="Arial"/>
              <a:ea typeface="DejaVu Sans"/>
            </a:endParaRPr>
          </a:p>
        </p:txBody>
      </p:sp>
      <p:sp>
        <p:nvSpPr>
          <p:cNvPr id="637" name="Textfeld 2"/>
          <p:cNvSpPr/>
          <p:nvPr/>
        </p:nvSpPr>
        <p:spPr>
          <a:xfrm>
            <a:off x="1032120" y="914400"/>
            <a:ext cx="10505880" cy="361224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For a simple disease or infection, the limitation to a reduced number of compartments and a bilinear incidence rate may suffice but for complicated diseases, such as COVID-19, a large number of compartments is required.</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The more complex the disease, the greater the number of intervening factors that must be mathematically modeled, and the more the assumptions underlying the SIR model need to be adjusted. For example:</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AutoNum type="arabicParenR"/>
            </a:pPr>
            <a:r>
              <a:rPr b="0" lang="en-US" sz="1800" strike="noStrike" u="none">
                <a:solidFill>
                  <a:schemeClr val="dk1"/>
                </a:solidFill>
                <a:effectLst/>
                <a:uFillTx/>
                <a:latin typeface="Calibri"/>
                <a:ea typeface="Arial"/>
              </a:rPr>
              <a:t>In the classic SIR model, infection gives full immunity against any possible reinfection. However, for many important epidemiological situations, immunity is only partial and reinfection is possible.</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AutoNum type="arabicParenR"/>
            </a:pPr>
            <a:r>
              <a:rPr b="0" lang="en-US" sz="1800" strike="noStrike" u="none">
                <a:solidFill>
                  <a:schemeClr val="dk1"/>
                </a:solidFill>
                <a:effectLst/>
                <a:uFillTx/>
                <a:latin typeface="Calibri"/>
                <a:ea typeface="Arial"/>
              </a:rPr>
              <a:t>The weakness of immunization when mutations of the pathogen agent appear.</a:t>
            </a:r>
            <a:endParaRPr b="0" lang="en-US" sz="1800" strike="noStrike" u="none">
              <a:solidFill>
                <a:srgbClr val="000000"/>
              </a:solidFill>
              <a:effectLst/>
              <a:uFillTx/>
              <a:latin typeface="Arial"/>
            </a:endParaRPr>
          </a:p>
          <a:p>
            <a:pPr defTabSz="914400">
              <a:lnSpc>
                <a:spcPct val="100000"/>
              </a:lnSpc>
              <a:spcAft>
                <a:spcPts val="601"/>
              </a:spcAft>
            </a:pP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
        <p:nvSpPr>
          <p:cNvPr id="638" name="Chevron 9"/>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Epidemiology </a:t>
            </a:r>
            <a:endParaRPr b="0" lang="en-US" sz="1400" strike="noStrike" u="none">
              <a:solidFill>
                <a:srgbClr val="ffffff"/>
              </a:solidFill>
              <a:effectLst/>
              <a:uFillTx/>
              <a:latin typeface="Arial"/>
            </a:endParaRPr>
          </a:p>
        </p:txBody>
      </p:sp>
      <p:sp>
        <p:nvSpPr>
          <p:cNvPr id="639" name="Chevron 4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Extensions</a:t>
            </a:r>
            <a:endParaRPr b="0" lang="en-US" sz="1400" strike="noStrike" u="none">
              <a:solidFill>
                <a:srgbClr val="ffffff"/>
              </a:solidFill>
              <a:effectLst/>
              <a:uFillTx/>
              <a:latin typeface="Arial"/>
            </a:endParaRPr>
          </a:p>
        </p:txBody>
      </p:sp>
      <p:sp>
        <p:nvSpPr>
          <p:cNvPr id="640" name="Chevron 4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Compartment Models (SIR)</a:t>
            </a:r>
            <a:endParaRPr b="0" lang="en-US" sz="1400" strike="noStrike" u="none">
              <a:solidFill>
                <a:srgbClr val="ffffff"/>
              </a:solidFill>
              <a:effectLst/>
              <a:uFillTx/>
              <a:latin typeface="Arial"/>
            </a:endParaRPr>
          </a:p>
        </p:txBody>
      </p:sp>
      <p:sp>
        <p:nvSpPr>
          <p:cNvPr id="641" name="Chevron 4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Matematical Modeling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title"/>
          </p:nvPr>
        </p:nvSpPr>
        <p:spPr>
          <a:xfrm>
            <a:off x="1007640" y="148320"/>
            <a:ext cx="10714320" cy="324360"/>
          </a:xfrm>
          <a:prstGeom prst="rect">
            <a:avLst/>
          </a:prstGeom>
          <a:noFill/>
          <a:ln w="0">
            <a:noFill/>
          </a:ln>
        </p:spPr>
        <p:txBody>
          <a:bodyPr lIns="0" rIns="0" tIns="0" bIns="0" anchor="t">
            <a:noAutofit/>
          </a:bodyPr>
          <a:p>
            <a:pPr indent="0" defTabSz="914400">
              <a:lnSpc>
                <a:spcPct val="100000"/>
              </a:lnSpc>
              <a:buNone/>
              <a:tabLst>
                <a:tab algn="l" pos="0"/>
              </a:tabLst>
            </a:pPr>
            <a:r>
              <a:rPr b="1" lang="en-US" sz="2500" strike="noStrike" u="none" cap="all">
                <a:solidFill>
                  <a:schemeClr val="dk1"/>
                </a:solidFill>
                <a:effectLst/>
                <a:uFillTx/>
                <a:latin typeface="Calibri"/>
                <a:ea typeface="Arial"/>
              </a:rPr>
              <a:t>SIMPLE SIR-MODEL </a:t>
            </a:r>
            <a:r>
              <a:rPr b="1" lang="en-US" sz="2500" strike="noStrike" u="none" cap="all">
                <a:solidFill>
                  <a:schemeClr val="dk1"/>
                </a:solidFill>
                <a:effectLst/>
                <a:uFillTx/>
                <a:latin typeface="Calibri"/>
                <a:ea typeface="Arial"/>
              </a:rPr>
              <a:t>LIMITATIONS</a:t>
            </a:r>
            <a:endParaRPr b="0" lang="en-US" sz="2500" strike="noStrike" u="none">
              <a:solidFill>
                <a:srgbClr val="000000"/>
              </a:solidFill>
              <a:effectLst/>
              <a:uFillTx/>
              <a:latin typeface="Arial"/>
            </a:endParaRPr>
          </a:p>
        </p:txBody>
      </p:sp>
      <p:sp>
        <p:nvSpPr>
          <p:cNvPr id="643" name="Textfeld 4"/>
          <p:cNvSpPr/>
          <p:nvPr/>
        </p:nvSpPr>
        <p:spPr>
          <a:xfrm>
            <a:off x="11929320" y="6581160"/>
            <a:ext cx="261720" cy="311040"/>
          </a:xfrm>
          <a:prstGeom prst="rect">
            <a:avLst/>
          </a:prstGeom>
          <a:noFill/>
          <a:ln w="0">
            <a:noFill/>
          </a:ln>
        </p:spPr>
        <p:style>
          <a:lnRef idx="0"/>
          <a:fillRef idx="0"/>
          <a:effectRef idx="0"/>
          <a:fontRef idx="minor"/>
        </p:style>
        <p:txBody>
          <a:bodyPr lIns="0" rIns="0" tIns="0" bIns="0" anchor="t">
            <a:spAutoFit/>
          </a:bodyPr>
          <a:p>
            <a:pPr defTabSz="914400">
              <a:lnSpc>
                <a:spcPct val="100000"/>
              </a:lnSpc>
            </a:pPr>
            <a:fld id="{9E09BB9A-7D24-4A97-AA9C-B8CF901E0496}" type="slidenum">
              <a:rPr b="0" lang="de-DE" sz="1800" strike="noStrike" u="none">
                <a:solidFill>
                  <a:schemeClr val="dk1"/>
                </a:solidFill>
                <a:effectLst/>
                <a:uFillTx/>
                <a:latin typeface="Calibri"/>
                <a:ea typeface="Arial"/>
              </a:rPr>
              <a:t>20</a:t>
            </a:fld>
            <a:endParaRPr b="0" lang="en-US" sz="1800" strike="noStrike" u="none">
              <a:solidFill>
                <a:srgbClr val="000000"/>
              </a:solidFill>
              <a:effectLst/>
              <a:uFillTx/>
              <a:latin typeface="Arial"/>
            </a:endParaRPr>
          </a:p>
        </p:txBody>
      </p:sp>
      <p:sp>
        <p:nvSpPr>
          <p:cNvPr id="644" name="Rechteck 2"/>
          <p:cNvSpPr/>
          <p:nvPr/>
        </p:nvSpPr>
        <p:spPr>
          <a:xfrm>
            <a:off x="1091880" y="881640"/>
            <a:ext cx="10688040" cy="3107880"/>
          </a:xfrm>
          <a:prstGeom prst="rect">
            <a:avLst/>
          </a:prstGeom>
          <a:noFill/>
          <a:ln w="0">
            <a:noFill/>
          </a:ln>
        </p:spPr>
        <p:style>
          <a:lnRef idx="0"/>
          <a:fillRef idx="0"/>
          <a:effectRef idx="0"/>
          <a:fontRef idx="minor"/>
        </p:style>
        <p:txBody>
          <a:bodyPr lIns="90000" rIns="90000" tIns="45000" bIns="45000" anchor="t">
            <a:spAutoFit/>
          </a:bodyPr>
          <a:p>
            <a:pPr marL="216000" indent="-216000" defTabSz="914400">
              <a:lnSpc>
                <a:spcPct val="100000"/>
              </a:lnSpc>
              <a:buClr>
                <a:srgbClr val="000000"/>
              </a:buClr>
              <a:buFont typeface="Wingdings" charset="2"/>
              <a:buChar char=""/>
            </a:pPr>
            <a:endParaRPr b="0" lang="en-US" sz="1800" strike="noStrike" u="none">
              <a:solidFill>
                <a:srgbClr val="000000"/>
              </a:solidFill>
              <a:effectLst/>
              <a:uFillTx/>
              <a:latin typeface="Arial"/>
            </a:endParaRPr>
          </a:p>
          <a:p>
            <a:pPr defTabSz="914400">
              <a:lnSpc>
                <a:spcPct val="100000"/>
              </a:lnSpc>
            </a:pP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Li</a:t>
            </a:r>
            <a:r>
              <a:rPr b="0" lang="en-US" sz="1800" strike="noStrike" u="none">
                <a:solidFill>
                  <a:schemeClr val="dk1"/>
                </a:solidFill>
                <a:effectLst/>
                <a:uFillTx/>
                <a:latin typeface="Calibri"/>
                <a:ea typeface="Arial"/>
              </a:rPr>
              <a:t>mit</a:t>
            </a:r>
            <a:r>
              <a:rPr b="0" lang="en-US" sz="1800" strike="noStrike" u="none">
                <a:solidFill>
                  <a:schemeClr val="dk1"/>
                </a:solidFill>
                <a:effectLst/>
                <a:uFillTx/>
                <a:latin typeface="Calibri"/>
                <a:ea typeface="Arial"/>
              </a:rPr>
              <a:t>ati</a:t>
            </a:r>
            <a:r>
              <a:rPr b="0" lang="en-US" sz="1800" strike="noStrike" u="none">
                <a:solidFill>
                  <a:schemeClr val="dk1"/>
                </a:solidFill>
                <a:effectLst/>
                <a:uFillTx/>
                <a:latin typeface="Calibri"/>
                <a:ea typeface="Arial"/>
              </a:rPr>
              <a:t>on</a:t>
            </a:r>
            <a:r>
              <a:rPr b="0" lang="en-US" sz="1800" strike="noStrike" u="none">
                <a:solidFill>
                  <a:schemeClr val="dk1"/>
                </a:solidFill>
                <a:effectLst/>
                <a:uFillTx/>
                <a:latin typeface="Calibri"/>
                <a:ea typeface="Arial"/>
              </a:rPr>
              <a:t>s:</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it</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ir</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l</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if</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ff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g</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y</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ls </a:t>
            </a:r>
            <a:r>
              <a:rPr b="0" lang="en-US" sz="1800" strike="noStrike" u="none">
                <a:solidFill>
                  <a:schemeClr val="dk1"/>
                </a:solidFill>
                <a:effectLst/>
                <a:uFillTx/>
                <a:latin typeface="Calibri"/>
                <a:ea typeface="Arial"/>
              </a:rPr>
              <a:t>is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j</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is</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 </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 </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l</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g</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ll</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w</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a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h</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v</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r.</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m</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f </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ll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d </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g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f</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marL="216000" indent="-216000" defTabSz="914400">
              <a:lnSpc>
                <a:spcPct val="100000"/>
              </a:lnSpc>
              <a:buClr>
                <a:srgbClr val="000000"/>
              </a:buClr>
              <a:buFont typeface="Symbol" charset="2"/>
              <a:buChar char=""/>
            </a:pP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t </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si</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 </a:t>
            </a:r>
            <a:r>
              <a:rPr b="0" lang="en-US" sz="1800" strike="noStrike" u="none">
                <a:solidFill>
                  <a:schemeClr val="dk1"/>
                </a:solidFill>
                <a:effectLst/>
                <a:uFillTx/>
                <a:latin typeface="Calibri"/>
                <a:ea typeface="Arial"/>
              </a:rPr>
              <a:t>i</a:t>
            </a:r>
            <a:r>
              <a:rPr b="0" lang="en-US" sz="1800" strike="noStrike" u="none">
                <a:solidFill>
                  <a:schemeClr val="dk1"/>
                </a:solidFill>
                <a:effectLst/>
                <a:uFillTx/>
                <a:latin typeface="Calibri"/>
                <a:ea typeface="Arial"/>
              </a:rPr>
              <a:t>n</a:t>
            </a:r>
            <a:r>
              <a:rPr b="0" lang="en-US" sz="1800" strike="noStrike" u="none">
                <a:solidFill>
                  <a:schemeClr val="dk1"/>
                </a:solidFill>
                <a:effectLst/>
                <a:uFillTx/>
                <a:latin typeface="Calibri"/>
                <a:ea typeface="Arial"/>
              </a:rPr>
              <a:t>c</a:t>
            </a:r>
            <a:r>
              <a:rPr b="0" lang="en-US" sz="1800" strike="noStrike" u="none">
                <a:solidFill>
                  <a:schemeClr val="dk1"/>
                </a:solidFill>
                <a:effectLst/>
                <a:uFillTx/>
                <a:latin typeface="Calibri"/>
                <a:ea typeface="Arial"/>
              </a:rPr>
              <a:t>u</a:t>
            </a:r>
            <a:r>
              <a:rPr b="0" lang="en-US" sz="1800" strike="noStrike" u="none">
                <a:solidFill>
                  <a:schemeClr val="dk1"/>
                </a:solidFill>
                <a:effectLst/>
                <a:uFillTx/>
                <a:latin typeface="Calibri"/>
                <a:ea typeface="Arial"/>
              </a:rPr>
              <a:t>b</a:t>
            </a:r>
            <a:r>
              <a:rPr b="0" lang="en-US" sz="1800" strike="noStrike" u="none">
                <a:solidFill>
                  <a:schemeClr val="dk1"/>
                </a:solidFill>
                <a:effectLst/>
                <a:uFillTx/>
                <a:latin typeface="Calibri"/>
                <a:ea typeface="Arial"/>
              </a:rPr>
              <a:t>a</a:t>
            </a:r>
            <a:r>
              <a:rPr b="0" lang="en-US" sz="1800" strike="noStrike" u="none">
                <a:solidFill>
                  <a:schemeClr val="dk1"/>
                </a:solidFill>
                <a:effectLst/>
                <a:uFillTx/>
                <a:latin typeface="Calibri"/>
                <a:ea typeface="Arial"/>
              </a:rPr>
              <a:t>ti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n </a:t>
            </a:r>
            <a:r>
              <a:rPr b="0" lang="en-US" sz="1800" strike="noStrike" u="none">
                <a:solidFill>
                  <a:schemeClr val="dk1"/>
                </a:solidFill>
                <a:effectLst/>
                <a:uFillTx/>
                <a:latin typeface="Calibri"/>
                <a:ea typeface="Arial"/>
              </a:rPr>
              <a:t>p</a:t>
            </a:r>
            <a:r>
              <a:rPr b="0" lang="en-US" sz="1800" strike="noStrike" u="none">
                <a:solidFill>
                  <a:schemeClr val="dk1"/>
                </a:solidFill>
                <a:effectLst/>
                <a:uFillTx/>
                <a:latin typeface="Calibri"/>
                <a:ea typeface="Arial"/>
              </a:rPr>
              <a:t>e</a:t>
            </a:r>
            <a:r>
              <a:rPr b="0" lang="en-US" sz="1800" strike="noStrike" u="none">
                <a:solidFill>
                  <a:schemeClr val="dk1"/>
                </a:solidFill>
                <a:effectLst/>
                <a:uFillTx/>
                <a:latin typeface="Calibri"/>
                <a:ea typeface="Arial"/>
              </a:rPr>
              <a:t>ri</a:t>
            </a:r>
            <a:r>
              <a:rPr b="0" lang="en-US" sz="1800" strike="noStrike" u="none">
                <a:solidFill>
                  <a:schemeClr val="dk1"/>
                </a:solidFill>
                <a:effectLst/>
                <a:uFillTx/>
                <a:latin typeface="Calibri"/>
                <a:ea typeface="Arial"/>
              </a:rPr>
              <a:t>o</a:t>
            </a:r>
            <a:r>
              <a:rPr b="0" lang="en-US" sz="1800" strike="noStrike" u="none">
                <a:solidFill>
                  <a:schemeClr val="dk1"/>
                </a:solidFill>
                <a:effectLst/>
                <a:uFillTx/>
                <a:latin typeface="Calibri"/>
                <a:ea typeface="Arial"/>
              </a:rPr>
              <a:t>d</a:t>
            </a:r>
            <a:r>
              <a:rPr b="0" lang="en-US" sz="1800" strike="noStrike" u="none">
                <a:solidFill>
                  <a:schemeClr val="dk1"/>
                </a:solidFill>
                <a:effectLst/>
                <a:uFillTx/>
                <a:latin typeface="Calibri"/>
                <a:ea typeface="Arial"/>
              </a:rPr>
              <a: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a:p>
            <a:pPr defTabSz="914400">
              <a:lnSpc>
                <a:spcPct val="100000"/>
              </a:lnSpc>
            </a:pPr>
            <a:endParaRPr b="0" lang="en-US" sz="1800" strike="noStrike" u="none">
              <a:solidFill>
                <a:srgbClr val="000000"/>
              </a:solidFill>
              <a:effectLst/>
              <a:uFillTx/>
              <a:latin typeface="Arial"/>
            </a:endParaRPr>
          </a:p>
        </p:txBody>
      </p:sp>
      <p:sp>
        <p:nvSpPr>
          <p:cNvPr id="645" name="Chevron 5"/>
          <p:cNvSpPr/>
          <p:nvPr/>
        </p:nvSpPr>
        <p:spPr>
          <a:xfrm>
            <a:off x="926280" y="55260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Epide</a:t>
            </a:r>
            <a:r>
              <a:rPr b="0" lang="de-DE" sz="1400" strike="noStrike" u="none">
                <a:solidFill>
                  <a:schemeClr val="lt1"/>
                </a:solidFill>
                <a:effectLst/>
                <a:uFillTx/>
                <a:latin typeface="Calibri"/>
                <a:ea typeface="Arial"/>
              </a:rPr>
              <a:t>miolo</a:t>
            </a:r>
            <a:r>
              <a:rPr b="0" lang="de-DE" sz="1400" strike="noStrike" u="none">
                <a:solidFill>
                  <a:schemeClr val="lt1"/>
                </a:solidFill>
                <a:effectLst/>
                <a:uFillTx/>
                <a:latin typeface="Calibri"/>
                <a:ea typeface="Arial"/>
              </a:rPr>
              <a:t>gy </a:t>
            </a:r>
            <a:endParaRPr b="0" lang="en-US" sz="1400" strike="noStrike" u="none">
              <a:solidFill>
                <a:srgbClr val="ffffff"/>
              </a:solidFill>
              <a:effectLst/>
              <a:uFillTx/>
              <a:latin typeface="Arial"/>
            </a:endParaRPr>
          </a:p>
        </p:txBody>
      </p:sp>
      <p:sp>
        <p:nvSpPr>
          <p:cNvPr id="646" name="Chevron 6"/>
          <p:cNvSpPr/>
          <p:nvPr/>
        </p:nvSpPr>
        <p:spPr>
          <a:xfrm>
            <a:off x="87948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en-US" sz="1400" strike="noStrike" u="none">
                <a:solidFill>
                  <a:schemeClr val="lt1"/>
                </a:solidFill>
                <a:effectLst/>
                <a:uFillTx/>
                <a:latin typeface="Calibri"/>
                <a:ea typeface="Arial"/>
              </a:rPr>
              <a:t>SIR </a:t>
            </a:r>
            <a:r>
              <a:rPr b="0" lang="en-US" sz="1400" strike="noStrike" u="none">
                <a:solidFill>
                  <a:schemeClr val="lt1"/>
                </a:solidFill>
                <a:effectLst/>
                <a:uFillTx/>
                <a:latin typeface="Calibri"/>
                <a:ea typeface="Arial"/>
              </a:rPr>
              <a:t>Extensions</a:t>
            </a:r>
            <a:endParaRPr b="0" lang="en-US" sz="1400" strike="noStrike" u="none">
              <a:solidFill>
                <a:srgbClr val="ffffff"/>
              </a:solidFill>
              <a:effectLst/>
              <a:uFillTx/>
              <a:latin typeface="Arial"/>
            </a:endParaRPr>
          </a:p>
        </p:txBody>
      </p:sp>
      <p:sp>
        <p:nvSpPr>
          <p:cNvPr id="647" name="Chevron 7"/>
          <p:cNvSpPr/>
          <p:nvPr/>
        </p:nvSpPr>
        <p:spPr>
          <a:xfrm>
            <a:off x="617220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Compartmen</a:t>
            </a:r>
            <a:r>
              <a:rPr b="0" lang="de-DE" sz="1400" strike="noStrike" u="none">
                <a:solidFill>
                  <a:schemeClr val="lt1"/>
                </a:solidFill>
                <a:effectLst/>
                <a:uFillTx/>
                <a:latin typeface="Calibri"/>
                <a:ea typeface="Arial"/>
              </a:rPr>
              <a:t>t Models (SIR)</a:t>
            </a:r>
            <a:endParaRPr b="0" lang="en-US" sz="1400" strike="noStrike" u="none">
              <a:solidFill>
                <a:srgbClr val="ffffff"/>
              </a:solidFill>
              <a:effectLst/>
              <a:uFillTx/>
              <a:latin typeface="Arial"/>
            </a:endParaRPr>
          </a:p>
        </p:txBody>
      </p:sp>
      <p:sp>
        <p:nvSpPr>
          <p:cNvPr id="648" name="Chevron 8"/>
          <p:cNvSpPr/>
          <p:nvPr/>
        </p:nvSpPr>
        <p:spPr>
          <a:xfrm>
            <a:off x="3629160" y="546120"/>
            <a:ext cx="2771280" cy="249480"/>
          </a:xfrm>
          <a:prstGeom prst="chevron">
            <a:avLst>
              <a:gd name="adj" fmla="val 50000"/>
            </a:avLst>
          </a:prstGeom>
          <a:solidFill>
            <a:srgbClr val="000000"/>
          </a:solidFill>
          <a:ln w="25560">
            <a:solidFill>
              <a:srgbClr val="ffffff"/>
            </a:solidFill>
            <a:round/>
          </a:ln>
        </p:spPr>
        <p:style>
          <a:lnRef idx="0"/>
          <a:fillRef idx="0"/>
          <a:effectRef idx="0"/>
          <a:fontRef idx="minor"/>
        </p:style>
        <p:txBody>
          <a:bodyPr numCol="1" spcCol="0" lIns="18000" rIns="18000" tIns="18000" bIns="18000" anchor="ctr" anchorCtr="1">
            <a:noAutofit/>
          </a:bodyPr>
          <a:p>
            <a:pPr defTabSz="449280">
              <a:lnSpc>
                <a:spcPct val="100000"/>
              </a:lnSpc>
            </a:pP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t</a:t>
            </a:r>
            <a:r>
              <a:rPr b="0" lang="de-DE" sz="1400" strike="noStrike" u="none">
                <a:solidFill>
                  <a:schemeClr val="lt1"/>
                </a:solidFill>
                <a:effectLst/>
                <a:uFillTx/>
                <a:latin typeface="Calibri"/>
                <a:ea typeface="Arial"/>
              </a:rPr>
              <a:t>e</a:t>
            </a: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t</a:t>
            </a:r>
            <a:r>
              <a:rPr b="0" lang="de-DE" sz="1400" strike="noStrike" u="none">
                <a:solidFill>
                  <a:schemeClr val="lt1"/>
                </a:solidFill>
                <a:effectLst/>
                <a:uFillTx/>
                <a:latin typeface="Calibri"/>
                <a:ea typeface="Arial"/>
              </a:rPr>
              <a:t>i</a:t>
            </a:r>
            <a:r>
              <a:rPr b="0" lang="de-DE" sz="1400" strike="noStrike" u="none">
                <a:solidFill>
                  <a:schemeClr val="lt1"/>
                </a:solidFill>
                <a:effectLst/>
                <a:uFillTx/>
                <a:latin typeface="Calibri"/>
                <a:ea typeface="Arial"/>
              </a:rPr>
              <a:t>c</a:t>
            </a:r>
            <a:r>
              <a:rPr b="0" lang="de-DE" sz="1400" strike="noStrike" u="none">
                <a:solidFill>
                  <a:schemeClr val="lt1"/>
                </a:solidFill>
                <a:effectLst/>
                <a:uFillTx/>
                <a:latin typeface="Calibri"/>
                <a:ea typeface="Arial"/>
              </a:rPr>
              <a:t>a</a:t>
            </a:r>
            <a:r>
              <a:rPr b="0" lang="de-DE" sz="1400" strike="noStrike" u="none">
                <a:solidFill>
                  <a:schemeClr val="lt1"/>
                </a:solidFill>
                <a:effectLst/>
                <a:uFillTx/>
                <a:latin typeface="Calibri"/>
                <a:ea typeface="Arial"/>
              </a:rPr>
              <a:t>l </a:t>
            </a:r>
            <a:r>
              <a:rPr b="0" lang="de-DE" sz="1400" strike="noStrike" u="none">
                <a:solidFill>
                  <a:schemeClr val="lt1"/>
                </a:solidFill>
                <a:effectLst/>
                <a:uFillTx/>
                <a:latin typeface="Calibri"/>
                <a:ea typeface="Arial"/>
              </a:rPr>
              <a:t>M</a:t>
            </a:r>
            <a:r>
              <a:rPr b="0" lang="de-DE" sz="1400" strike="noStrike" u="none">
                <a:solidFill>
                  <a:schemeClr val="lt1"/>
                </a:solidFill>
                <a:effectLst/>
                <a:uFillTx/>
                <a:latin typeface="Calibri"/>
                <a:ea typeface="Arial"/>
              </a:rPr>
              <a:t>o</a:t>
            </a:r>
            <a:r>
              <a:rPr b="0" lang="de-DE" sz="1400" strike="noStrike" u="none">
                <a:solidFill>
                  <a:schemeClr val="lt1"/>
                </a:solidFill>
                <a:effectLst/>
                <a:uFillTx/>
                <a:latin typeface="Calibri"/>
                <a:ea typeface="Arial"/>
              </a:rPr>
              <a:t>d</a:t>
            </a:r>
            <a:r>
              <a:rPr b="0" lang="de-DE" sz="1400" strike="noStrike" u="none">
                <a:solidFill>
                  <a:schemeClr val="lt1"/>
                </a:solidFill>
                <a:effectLst/>
                <a:uFillTx/>
                <a:latin typeface="Calibri"/>
                <a:ea typeface="Arial"/>
              </a:rPr>
              <a:t>e</a:t>
            </a:r>
            <a:r>
              <a:rPr b="0" lang="de-DE" sz="1400" strike="noStrike" u="none">
                <a:solidFill>
                  <a:schemeClr val="lt1"/>
                </a:solidFill>
                <a:effectLst/>
                <a:uFillTx/>
                <a:latin typeface="Calibri"/>
                <a:ea typeface="Arial"/>
              </a:rPr>
              <a:t>li</a:t>
            </a:r>
            <a:r>
              <a:rPr b="0" lang="de-DE" sz="1400" strike="noStrike" u="none">
                <a:solidFill>
                  <a:schemeClr val="lt1"/>
                </a:solidFill>
                <a:effectLst/>
                <a:uFillTx/>
                <a:latin typeface="Calibri"/>
                <a:ea typeface="Arial"/>
              </a:rPr>
              <a:t>n</a:t>
            </a:r>
            <a:r>
              <a:rPr b="0" lang="de-DE" sz="1400" strike="noStrike" u="none">
                <a:solidFill>
                  <a:schemeClr val="lt1"/>
                </a:solidFill>
                <a:effectLst/>
                <a:uFillTx/>
                <a:latin typeface="Calibri"/>
                <a:ea typeface="Arial"/>
              </a:rPr>
              <a:t>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title"/>
          </p:nvPr>
        </p:nvSpPr>
        <p:spPr>
          <a:xfrm>
            <a:off x="1004400" y="2232000"/>
            <a:ext cx="7700760" cy="1799280"/>
          </a:xfrm>
          <a:prstGeom prst="rect">
            <a:avLst/>
          </a:prstGeom>
          <a:noFill/>
          <a:ln w="0">
            <a:noFill/>
          </a:ln>
        </p:spPr>
        <p:txBody>
          <a:bodyPr lIns="0" rIns="0" tIns="0" bIns="0" anchor="t">
            <a:noAutofit/>
          </a:bodyPr>
          <a:p>
            <a:pPr indent="0" defTabSz="914400">
              <a:lnSpc>
                <a:spcPts val="5000"/>
              </a:lnSpc>
              <a:buNone/>
              <a:tabLst>
                <a:tab algn="l" pos="0"/>
              </a:tabLst>
            </a:pP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U</a:t>
            </a:r>
            <a:r>
              <a:rPr b="1" lang="en-US" sz="5000" strike="noStrike" u="none" cap="all">
                <a:solidFill>
                  <a:schemeClr val="lt1"/>
                </a:solidFill>
                <a:effectLst/>
                <a:uFillTx/>
                <a:latin typeface="Calibri"/>
                <a:ea typeface="Arial"/>
              </a:rPr>
              <a:t>T</a:t>
            </a:r>
            <a:r>
              <a:rPr b="1" lang="en-US" sz="5000" strike="noStrike" u="none" cap="all">
                <a:solidFill>
                  <a:schemeClr val="lt1"/>
                </a:solidFill>
                <a:effectLst/>
                <a:uFillTx/>
                <a:latin typeface="Calibri"/>
                <a:ea typeface="Arial"/>
              </a:rPr>
              <a:t>L</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K</a:t>
            </a:r>
            <a:r>
              <a:rPr b="1" lang="en-US" sz="5000" strike="noStrike" u="none" cap="all">
                <a:solidFill>
                  <a:schemeClr val="lt1"/>
                </a:solidFill>
                <a:effectLst/>
                <a:uFillTx/>
                <a:latin typeface="Calibri"/>
                <a:ea typeface="Arial"/>
              </a:rPr>
              <a:t>-</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O</a:t>
            </a:r>
            <a:r>
              <a:rPr b="1" lang="en-US" sz="5000" strike="noStrike" u="none" cap="all">
                <a:solidFill>
                  <a:schemeClr val="lt1"/>
                </a:solidFill>
                <a:effectLst/>
                <a:uFillTx/>
                <a:latin typeface="Calibri"/>
                <a:ea typeface="Arial"/>
              </a:rPr>
              <a:t>V</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 </a:t>
            </a:r>
            <a:r>
              <a:rPr b="1" lang="en-US" sz="5000" strike="noStrike" u="none" cap="all">
                <a:solidFill>
                  <a:schemeClr val="lt1"/>
                </a:solidFill>
                <a:effectLst/>
                <a:uFillTx/>
                <a:latin typeface="Calibri"/>
                <a:ea typeface="Arial"/>
              </a:rPr>
              <a:t>p</a:t>
            </a:r>
            <a:r>
              <a:rPr b="1" lang="en-US" sz="5000" strike="noStrike" u="none" cap="all">
                <a:solidFill>
                  <a:schemeClr val="lt1"/>
                </a:solidFill>
                <a:effectLst/>
                <a:uFillTx/>
                <a:latin typeface="Calibri"/>
                <a:ea typeface="Arial"/>
              </a:rPr>
              <a:t>a</a:t>
            </a:r>
            <a:r>
              <a:rPr b="1" lang="en-US" sz="5000" strike="noStrike" u="none" cap="all">
                <a:solidFill>
                  <a:schemeClr val="lt1"/>
                </a:solidFill>
                <a:effectLst/>
                <a:uFillTx/>
                <a:latin typeface="Calibri"/>
                <a:ea typeface="Arial"/>
              </a:rPr>
              <a:t>n</a:t>
            </a:r>
            <a:r>
              <a:rPr b="1" lang="en-US" sz="5000" strike="noStrike" u="none" cap="all">
                <a:solidFill>
                  <a:schemeClr val="lt1"/>
                </a:solidFill>
                <a:effectLst/>
                <a:uFillTx/>
                <a:latin typeface="Calibri"/>
                <a:ea typeface="Arial"/>
              </a:rPr>
              <a:t>d</a:t>
            </a:r>
            <a:r>
              <a:rPr b="1" lang="en-US" sz="5000" strike="noStrike" u="none" cap="all">
                <a:solidFill>
                  <a:schemeClr val="lt1"/>
                </a:solidFill>
                <a:effectLst/>
                <a:uFillTx/>
                <a:latin typeface="Calibri"/>
                <a:ea typeface="Arial"/>
              </a:rPr>
              <a:t>e</a:t>
            </a:r>
            <a:r>
              <a:rPr b="1" lang="en-US" sz="5000" strike="noStrike" u="none" cap="all">
                <a:solidFill>
                  <a:schemeClr val="lt1"/>
                </a:solidFill>
                <a:effectLst/>
                <a:uFillTx/>
                <a:latin typeface="Calibri"/>
                <a:ea typeface="Arial"/>
              </a:rPr>
              <a:t>m</a:t>
            </a:r>
            <a:r>
              <a:rPr b="1" lang="en-US" sz="5000" strike="noStrike" u="none" cap="all">
                <a:solidFill>
                  <a:schemeClr val="lt1"/>
                </a:solidFill>
                <a:effectLst/>
                <a:uFillTx/>
                <a:latin typeface="Calibri"/>
                <a:ea typeface="Arial"/>
              </a:rPr>
              <a:t>i</a:t>
            </a:r>
            <a:r>
              <a:rPr b="1" lang="en-US" sz="5000" strike="noStrike" u="none" cap="all">
                <a:solidFill>
                  <a:schemeClr val="lt1"/>
                </a:solidFill>
                <a:effectLst/>
                <a:uFillTx/>
                <a:latin typeface="Calibri"/>
                <a:ea typeface="Arial"/>
              </a:rPr>
              <a:t>c</a:t>
            </a:r>
            <a:r>
              <a:rPr b="1" lang="en-US" sz="5000" strike="noStrike" u="none" cap="all">
                <a:solidFill>
                  <a:schemeClr val="lt1"/>
                </a:solidFill>
                <a:effectLst/>
                <a:uFillTx/>
                <a:latin typeface="Calibri"/>
                <a:ea typeface="Arial"/>
              </a:rPr>
              <a:t> </a:t>
            </a:r>
            <a:endParaRPr b="0" lang="en-US" sz="5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0" name="PlaceHolder 1"/>
          <p:cNvSpPr>
            <a:spLocks noGrp="1"/>
          </p:cNvSpPr>
          <p:nvPr>
            <p:ph type="title"/>
          </p:nvPr>
        </p:nvSpPr>
        <p:spPr>
          <a:xfrm>
            <a:off x="997200" y="676800"/>
            <a:ext cx="997560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VACCINATION AND HERD IMMUNIZATION </a:t>
            </a:r>
            <a:r>
              <a:rPr b="1" lang="en-US" sz="2500" strike="noStrike" u="none" cap="all">
                <a:solidFill>
                  <a:schemeClr val="dk1"/>
                </a:solidFill>
                <a:effectLst/>
                <a:uFillTx/>
                <a:latin typeface="Calibri"/>
                <a:ea typeface="Arial"/>
              </a:rPr>
              <a:t>CONTRADICTION</a:t>
            </a:r>
            <a:endParaRPr b="0" lang="en-US" sz="2500" strike="noStrike" u="none">
              <a:solidFill>
                <a:srgbClr val="000000"/>
              </a:solidFill>
              <a:effectLst/>
              <a:uFillTx/>
              <a:latin typeface="Arial"/>
            </a:endParaRPr>
          </a:p>
        </p:txBody>
      </p:sp>
      <p:sp>
        <p:nvSpPr>
          <p:cNvPr id="651" name="Textfeld 21"/>
          <p:cNvSpPr/>
          <p:nvPr/>
        </p:nvSpPr>
        <p:spPr>
          <a:xfrm>
            <a:off x="1032120" y="1035360"/>
            <a:ext cx="10505880" cy="5334480"/>
          </a:xfrm>
          <a:prstGeom prst="rect">
            <a:avLst/>
          </a:prstGeom>
          <a:noFill/>
          <a:ln w="0">
            <a:noFill/>
          </a:ln>
        </p:spPr>
        <p:style>
          <a:lnRef idx="0"/>
          <a:fillRef idx="0"/>
          <a:effectRef idx="0"/>
          <a:fontRef idx="minor"/>
        </p:style>
        <p:txBody>
          <a:bodyPr lIns="0" rIns="0" tIns="0" bIns="0" anchor="t">
            <a:spAutoFit/>
          </a:bodyPr>
          <a:p>
            <a:pPr marL="285840" indent="-285840" defTabSz="914400">
              <a:lnSpc>
                <a:spcPct val="100000"/>
              </a:lnSpc>
              <a:spcAft>
                <a:spcPts val="601"/>
              </a:spcAft>
              <a:buClr>
                <a:srgbClr val="000000"/>
              </a:buClr>
              <a:buFont typeface="Arial"/>
              <a:buChar char="•"/>
            </a:pP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Vaccines </a:t>
            </a:r>
            <a:r>
              <a:rPr b="0" lang="en-US" sz="1800" strike="noStrike" u="none">
                <a:solidFill>
                  <a:schemeClr val="dk1"/>
                </a:solidFill>
                <a:effectLst/>
                <a:uFillTx/>
                <a:latin typeface="Calibri"/>
                <a:ea typeface="Arial"/>
              </a:rPr>
              <a:t>against </a:t>
            </a:r>
            <a:r>
              <a:rPr b="0" lang="en-US" sz="1800" strike="noStrike" u="none">
                <a:solidFill>
                  <a:schemeClr val="dk1"/>
                </a:solidFill>
                <a:effectLst/>
                <a:uFillTx/>
                <a:latin typeface="Calibri"/>
                <a:ea typeface="Arial"/>
              </a:rPr>
              <a:t>infectiou</a:t>
            </a:r>
            <a:r>
              <a:rPr b="0" lang="en-US" sz="1800" strike="noStrike" u="none">
                <a:solidFill>
                  <a:schemeClr val="dk1"/>
                </a:solidFill>
                <a:effectLst/>
                <a:uFillTx/>
                <a:latin typeface="Calibri"/>
                <a:ea typeface="Arial"/>
              </a:rPr>
              <a:t>s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are the </a:t>
            </a:r>
            <a:r>
              <a:rPr b="0" lang="en-US" sz="1800" strike="noStrike" u="none">
                <a:solidFill>
                  <a:schemeClr val="dk1"/>
                </a:solidFill>
                <a:effectLst/>
                <a:uFillTx/>
                <a:latin typeface="Calibri"/>
                <a:ea typeface="Arial"/>
              </a:rPr>
              <a:t>most </a:t>
            </a:r>
            <a:r>
              <a:rPr b="0" lang="en-US" sz="1800" strike="noStrike" u="none">
                <a:solidFill>
                  <a:schemeClr val="dk1"/>
                </a:solidFill>
                <a:effectLst/>
                <a:uFillTx/>
                <a:latin typeface="Calibri"/>
                <a:ea typeface="Arial"/>
              </a:rPr>
              <a:t>effective </a:t>
            </a:r>
            <a:r>
              <a:rPr b="0" lang="en-US" sz="1800" strike="noStrike" u="none">
                <a:solidFill>
                  <a:schemeClr val="dk1"/>
                </a:solidFill>
                <a:effectLst/>
                <a:uFillTx/>
                <a:latin typeface="Calibri"/>
                <a:ea typeface="Arial"/>
              </a:rPr>
              <a:t>non-</a:t>
            </a:r>
            <a:r>
              <a:rPr b="0" lang="en-US" sz="1800" strike="noStrike" u="none">
                <a:solidFill>
                  <a:schemeClr val="dk1"/>
                </a:solidFill>
                <a:effectLst/>
                <a:uFillTx/>
                <a:latin typeface="Calibri"/>
                <a:ea typeface="Arial"/>
              </a:rPr>
              <a:t>restrictiv</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preventi</a:t>
            </a:r>
            <a:r>
              <a:rPr b="0" lang="en-US" sz="1800" strike="noStrike" u="none">
                <a:solidFill>
                  <a:schemeClr val="dk1"/>
                </a:solidFill>
                <a:effectLst/>
                <a:uFillTx/>
                <a:latin typeface="Calibri"/>
                <a:ea typeface="Arial"/>
              </a:rPr>
              <a:t>ve </a:t>
            </a:r>
            <a:r>
              <a:rPr b="0" lang="en-US" sz="1800" strike="noStrike" u="none">
                <a:solidFill>
                  <a:schemeClr val="dk1"/>
                </a:solidFill>
                <a:effectLst/>
                <a:uFillTx/>
                <a:latin typeface="Calibri"/>
                <a:ea typeface="Arial"/>
              </a:rPr>
              <a:t>method</a:t>
            </a:r>
            <a:r>
              <a:rPr b="0" lang="en-US" sz="1800" strike="noStrike" u="none">
                <a:solidFill>
                  <a:schemeClr val="dk1"/>
                </a:solidFill>
                <a:effectLst/>
                <a:uFillTx/>
                <a:latin typeface="Calibri"/>
                <a:ea typeface="Arial"/>
              </a:rPr>
              <a:t>s in </a:t>
            </a:r>
            <a:r>
              <a:rPr b="0" lang="en-US" sz="1800" strike="noStrike" u="none">
                <a:solidFill>
                  <a:schemeClr val="dk1"/>
                </a:solidFill>
                <a:effectLst/>
                <a:uFillTx/>
                <a:latin typeface="Calibri"/>
                <a:ea typeface="Arial"/>
              </a:rPr>
              <a:t>modern </a:t>
            </a:r>
            <a:r>
              <a:rPr b="0" lang="en-US" sz="1800" strike="noStrike" u="none">
                <a:solidFill>
                  <a:schemeClr val="dk1"/>
                </a:solidFill>
                <a:effectLst/>
                <a:uFillTx/>
                <a:latin typeface="Calibri"/>
                <a:ea typeface="Arial"/>
              </a:rPr>
              <a:t>healthca</a:t>
            </a:r>
            <a:r>
              <a:rPr b="0" lang="en-US" sz="1800" strike="noStrike" u="none">
                <a:solidFill>
                  <a:schemeClr val="dk1"/>
                </a:solidFill>
                <a:effectLst/>
                <a:uFillTx/>
                <a:latin typeface="Calibri"/>
                <a:ea typeface="Arial"/>
              </a:rPr>
              <a:t>re. </a:t>
            </a:r>
            <a:r>
              <a:rPr b="0" lang="en-US" sz="1800" strike="noStrike" u="none">
                <a:solidFill>
                  <a:schemeClr val="dk1"/>
                </a:solidFill>
                <a:effectLst/>
                <a:uFillTx/>
                <a:latin typeface="Calibri"/>
                <a:ea typeface="Arial"/>
              </a:rPr>
              <a:t>Neverth</a:t>
            </a:r>
            <a:r>
              <a:rPr b="0" lang="en-US" sz="1800" strike="noStrike" u="none">
                <a:solidFill>
                  <a:schemeClr val="dk1"/>
                </a:solidFill>
                <a:effectLst/>
                <a:uFillTx/>
                <a:latin typeface="Calibri"/>
                <a:ea typeface="Arial"/>
              </a:rPr>
              <a:t>eless,</a:t>
            </a:r>
            <a:r>
              <a:rPr b="1" lang="en-US" sz="1800" strike="noStrike" u="none">
                <a:solidFill>
                  <a:schemeClr val="dk1"/>
                </a:solidFill>
                <a:effectLst/>
                <a:uFillTx/>
                <a:latin typeface="Calibri"/>
                <a:ea typeface="Arial"/>
              </a:rPr>
              <a:t> </a:t>
            </a:r>
            <a:r>
              <a:rPr b="1" lang="en-US" sz="1800" strike="noStrike" u="none">
                <a:solidFill>
                  <a:schemeClr val="dk1"/>
                </a:solidFill>
                <a:effectLst/>
                <a:uFillTx/>
                <a:latin typeface="Calibri"/>
                <a:ea typeface="Arial"/>
              </a:rPr>
              <a:t>vaccine </a:t>
            </a:r>
            <a:r>
              <a:rPr b="1" lang="en-US" sz="1800" strike="noStrike" u="none">
                <a:solidFill>
                  <a:schemeClr val="dk1"/>
                </a:solidFill>
                <a:effectLst/>
                <a:uFillTx/>
                <a:latin typeface="Calibri"/>
                <a:ea typeface="Arial"/>
              </a:rPr>
              <a:t>rejectio</a:t>
            </a:r>
            <a:r>
              <a:rPr b="1" lang="en-US" sz="1800" strike="noStrike" u="none">
                <a:solidFill>
                  <a:schemeClr val="dk1"/>
                </a:solidFill>
                <a:effectLst/>
                <a:uFillTx/>
                <a:latin typeface="Calibri"/>
                <a:ea typeface="Arial"/>
              </a:rPr>
              <a:t>n puts </a:t>
            </a:r>
            <a:r>
              <a:rPr b="1" lang="en-US" sz="1800" strike="noStrike" u="none">
                <a:solidFill>
                  <a:schemeClr val="dk1"/>
                </a:solidFill>
                <a:effectLst/>
                <a:uFillTx/>
                <a:latin typeface="Calibri"/>
                <a:ea typeface="Arial"/>
              </a:rPr>
              <a:t>in </a:t>
            </a:r>
            <a:r>
              <a:rPr b="1" lang="en-US" sz="1800" strike="noStrike" u="none">
                <a:solidFill>
                  <a:schemeClr val="dk1"/>
                </a:solidFill>
                <a:effectLst/>
                <a:uFillTx/>
                <a:latin typeface="Calibri"/>
                <a:ea typeface="Arial"/>
              </a:rPr>
              <a:t>danger </a:t>
            </a:r>
            <a:r>
              <a:rPr b="1" lang="en-US" sz="1800" strike="noStrike" u="none">
                <a:solidFill>
                  <a:schemeClr val="dk1"/>
                </a:solidFill>
                <a:effectLst/>
                <a:uFillTx/>
                <a:latin typeface="Calibri"/>
                <a:ea typeface="Arial"/>
              </a:rPr>
              <a:t>nationa</a:t>
            </a:r>
            <a:r>
              <a:rPr b="1" lang="en-US" sz="1800" strike="noStrike" u="none">
                <a:solidFill>
                  <a:schemeClr val="dk1"/>
                </a:solidFill>
                <a:effectLst/>
                <a:uFillTx/>
                <a:latin typeface="Calibri"/>
                <a:ea typeface="Arial"/>
              </a:rPr>
              <a:t>l and </a:t>
            </a:r>
            <a:r>
              <a:rPr b="1" lang="en-US" sz="1800" strike="noStrike" u="none">
                <a:solidFill>
                  <a:schemeClr val="dk1"/>
                </a:solidFill>
                <a:effectLst/>
                <a:uFillTx/>
                <a:latin typeface="Calibri"/>
                <a:ea typeface="Arial"/>
              </a:rPr>
              <a:t>internat</a:t>
            </a:r>
            <a:r>
              <a:rPr b="1" lang="en-US" sz="1800" strike="noStrike" u="none">
                <a:solidFill>
                  <a:schemeClr val="dk1"/>
                </a:solidFill>
                <a:effectLst/>
                <a:uFillTx/>
                <a:latin typeface="Calibri"/>
                <a:ea typeface="Arial"/>
              </a:rPr>
              <a:t>ional </a:t>
            </a:r>
            <a:r>
              <a:rPr b="1" lang="en-US" sz="1800" strike="noStrike" u="none">
                <a:solidFill>
                  <a:schemeClr val="dk1"/>
                </a:solidFill>
                <a:effectLst/>
                <a:uFillTx/>
                <a:latin typeface="Calibri"/>
                <a:ea typeface="Arial"/>
              </a:rPr>
              <a:t>immuni</a:t>
            </a:r>
            <a:r>
              <a:rPr b="1" lang="en-US" sz="1800" strike="noStrike" u="none">
                <a:solidFill>
                  <a:schemeClr val="dk1"/>
                </a:solidFill>
                <a:effectLst/>
                <a:uFillTx/>
                <a:latin typeface="Calibri"/>
                <a:ea typeface="Arial"/>
              </a:rPr>
              <a:t>zation </a:t>
            </a:r>
            <a:r>
              <a:rPr b="1" lang="en-US" sz="1800" strike="noStrike" u="none">
                <a:solidFill>
                  <a:schemeClr val="dk1"/>
                </a:solidFill>
                <a:effectLst/>
                <a:uFillTx/>
                <a:latin typeface="Calibri"/>
                <a:ea typeface="Arial"/>
              </a:rPr>
              <a:t>progra</a:t>
            </a:r>
            <a:r>
              <a:rPr b="1" lang="en-US" sz="1800" strike="noStrike" u="none">
                <a:solidFill>
                  <a:schemeClr val="dk1"/>
                </a:solidFill>
                <a:effectLst/>
                <a:uFillTx/>
                <a:latin typeface="Calibri"/>
                <a:ea typeface="Arial"/>
              </a:rPr>
              <a:t>ms</a:t>
            </a:r>
            <a:r>
              <a:rPr b="0" lang="en-US" sz="1800" strike="noStrike" u="none">
                <a:solidFill>
                  <a:schemeClr val="dk1"/>
                </a:solidFill>
                <a:effectLst/>
                <a:uFillTx/>
                <a:latin typeface="Calibri"/>
                <a:ea typeface="Arial"/>
              </a:rPr>
              <a:t>. </a:t>
            </a:r>
            <a:r>
              <a:rPr b="1" lang="en-US" sz="1800" strike="noStrike" u="none">
                <a:solidFill>
                  <a:schemeClr val="dk1"/>
                </a:solidFill>
                <a:effectLst/>
                <a:uFillTx/>
                <a:latin typeface="Calibri"/>
                <a:ea typeface="Arial"/>
              </a:rPr>
              <a:t>In </a:t>
            </a:r>
            <a:r>
              <a:rPr b="1" lang="en-US" sz="1800" strike="noStrike" u="none">
                <a:solidFill>
                  <a:schemeClr val="dk1"/>
                </a:solidFill>
                <a:effectLst/>
                <a:uFillTx/>
                <a:latin typeface="Calibri"/>
                <a:ea typeface="Arial"/>
              </a:rPr>
              <a:t>fact, </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tion </a:t>
            </a:r>
            <a:r>
              <a:rPr b="1" lang="en-US" sz="1800" strike="noStrike" u="none">
                <a:solidFill>
                  <a:schemeClr val="dk1"/>
                </a:solidFill>
                <a:effectLst/>
                <a:uFillTx/>
                <a:latin typeface="Calibri"/>
                <a:ea typeface="Arial"/>
              </a:rPr>
              <a:t>rates </a:t>
            </a:r>
            <a:r>
              <a:rPr b="1" lang="en-US" sz="1800" strike="noStrike" u="none">
                <a:solidFill>
                  <a:schemeClr val="dk1"/>
                </a:solidFill>
                <a:effectLst/>
                <a:uFillTx/>
                <a:latin typeface="Calibri"/>
                <a:ea typeface="Arial"/>
              </a:rPr>
              <a:t>repeate</a:t>
            </a:r>
            <a:r>
              <a:rPr b="1" lang="en-US" sz="1800" strike="noStrike" u="none">
                <a:solidFill>
                  <a:schemeClr val="dk1"/>
                </a:solidFill>
                <a:effectLst/>
                <a:uFillTx/>
                <a:latin typeface="Calibri"/>
                <a:ea typeface="Arial"/>
              </a:rPr>
              <a:t>dly fall </a:t>
            </a:r>
            <a:r>
              <a:rPr b="1" lang="en-US" sz="1800" strike="noStrike" u="none">
                <a:solidFill>
                  <a:schemeClr val="dk1"/>
                </a:solidFill>
                <a:effectLst/>
                <a:uFillTx/>
                <a:latin typeface="Calibri"/>
                <a:ea typeface="Arial"/>
              </a:rPr>
              <a:t>below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critical </a:t>
            </a:r>
            <a:r>
              <a:rPr b="1" lang="en-US" sz="1800" strike="noStrike" u="none">
                <a:solidFill>
                  <a:schemeClr val="dk1"/>
                </a:solidFill>
                <a:effectLst/>
                <a:uFillTx/>
                <a:latin typeface="Calibri"/>
                <a:ea typeface="Arial"/>
              </a:rPr>
              <a:t>thresho</a:t>
            </a:r>
            <a:r>
              <a:rPr b="1" lang="en-US" sz="1800" strike="noStrike" u="none">
                <a:solidFill>
                  <a:schemeClr val="dk1"/>
                </a:solidFill>
                <a:effectLst/>
                <a:uFillTx/>
                <a:latin typeface="Calibri"/>
                <a:ea typeface="Arial"/>
              </a:rPr>
              <a:t>lds</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which </a:t>
            </a:r>
            <a:r>
              <a:rPr b="0" lang="en-US" sz="1800" strike="noStrike" u="none">
                <a:solidFill>
                  <a:schemeClr val="dk1"/>
                </a:solidFill>
                <a:effectLst/>
                <a:uFillTx/>
                <a:latin typeface="Calibri"/>
                <a:ea typeface="Arial"/>
              </a:rPr>
              <a:t>are </a:t>
            </a:r>
            <a:r>
              <a:rPr b="0" lang="en-US" sz="1800" strike="noStrike" u="none">
                <a:solidFill>
                  <a:schemeClr val="dk1"/>
                </a:solidFill>
                <a:effectLst/>
                <a:uFillTx/>
                <a:latin typeface="Calibri"/>
                <a:ea typeface="Arial"/>
              </a:rPr>
              <a:t>necessar</a:t>
            </a:r>
            <a:r>
              <a:rPr b="0" lang="en-US" sz="1800" strike="noStrike" u="none">
                <a:solidFill>
                  <a:schemeClr val="dk1"/>
                </a:solidFill>
                <a:effectLst/>
                <a:uFillTx/>
                <a:latin typeface="Calibri"/>
                <a:ea typeface="Arial"/>
              </a:rPr>
              <a:t>y to </a:t>
            </a:r>
            <a:r>
              <a:rPr b="0" lang="en-US" sz="1800" strike="noStrike" u="none">
                <a:solidFill>
                  <a:schemeClr val="dk1"/>
                </a:solidFill>
                <a:effectLst/>
                <a:uFillTx/>
                <a:latin typeface="Calibri"/>
                <a:ea typeface="Arial"/>
              </a:rPr>
              <a:t>eliminat</a:t>
            </a:r>
            <a:r>
              <a:rPr b="0" lang="en-US" sz="1800" strike="noStrike" u="none">
                <a:solidFill>
                  <a:schemeClr val="dk1"/>
                </a:solidFill>
                <a:effectLst/>
                <a:uFillTx/>
                <a:latin typeface="Calibri"/>
                <a:ea typeface="Arial"/>
              </a:rPr>
              <a:t>e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such as </a:t>
            </a:r>
            <a:r>
              <a:rPr b="0" lang="en-US" sz="1800" strike="noStrike" u="none">
                <a:solidFill>
                  <a:schemeClr val="dk1"/>
                </a:solidFill>
                <a:effectLst/>
                <a:uFillTx/>
                <a:latin typeface="Calibri"/>
                <a:ea typeface="Arial"/>
              </a:rPr>
              <a:t>measles </a:t>
            </a:r>
            <a:r>
              <a:rPr b="0" lang="en-US" sz="1800" strike="noStrike" u="none">
                <a:solidFill>
                  <a:schemeClr val="dk1"/>
                </a:solidFill>
                <a:effectLst/>
                <a:uFillTx/>
                <a:latin typeface="Calibri"/>
                <a:ea typeface="Arial"/>
              </a:rPr>
              <a:t>or polio.</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has </a:t>
            </a:r>
            <a:r>
              <a:rPr b="0" lang="en-US" sz="1800" strike="noStrike" u="none">
                <a:solidFill>
                  <a:schemeClr val="dk1"/>
                </a:solidFill>
                <a:effectLst/>
                <a:uFillTx/>
                <a:latin typeface="Calibri"/>
                <a:ea typeface="Arial"/>
              </a:rPr>
              <a:t>been </a:t>
            </a:r>
            <a:r>
              <a:rPr b="0" lang="en-US" sz="1800" strike="noStrike" u="none">
                <a:solidFill>
                  <a:schemeClr val="dk1"/>
                </a:solidFill>
                <a:effectLst/>
                <a:uFillTx/>
                <a:latin typeface="Calibri"/>
                <a:ea typeface="Arial"/>
              </a:rPr>
              <a:t>typically </a:t>
            </a:r>
            <a:r>
              <a:rPr b="0" lang="en-US" sz="1800" strike="noStrike" u="none">
                <a:solidFill>
                  <a:schemeClr val="dk1"/>
                </a:solidFill>
                <a:effectLst/>
                <a:uFillTx/>
                <a:latin typeface="Calibri"/>
                <a:ea typeface="Arial"/>
              </a:rPr>
              <a:t>describe</a:t>
            </a:r>
            <a:r>
              <a:rPr b="0" lang="en-US" sz="1800" strike="noStrike" u="none">
                <a:solidFill>
                  <a:schemeClr val="dk1"/>
                </a:solidFill>
                <a:effectLst/>
                <a:uFillTx/>
                <a:latin typeface="Calibri"/>
                <a:ea typeface="Arial"/>
              </a:rPr>
              <a:t>d as an </a:t>
            </a:r>
            <a:r>
              <a:rPr b="0" lang="en-US" sz="1800" strike="noStrike" u="none">
                <a:solidFill>
                  <a:schemeClr val="dk1"/>
                </a:solidFill>
                <a:effectLst/>
                <a:uFillTx/>
                <a:latin typeface="Calibri"/>
                <a:ea typeface="Arial"/>
              </a:rPr>
              <a:t>individu</a:t>
            </a:r>
            <a:r>
              <a:rPr b="0" lang="en-US" sz="1800" strike="noStrike" u="none">
                <a:solidFill>
                  <a:schemeClr val="dk1"/>
                </a:solidFill>
                <a:effectLst/>
                <a:uFillTx/>
                <a:latin typeface="Calibri"/>
                <a:ea typeface="Arial"/>
              </a:rPr>
              <a:t>al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making </a:t>
            </a:r>
            <a:r>
              <a:rPr b="0" lang="en-US" sz="1800" strike="noStrike" u="none">
                <a:solidFill>
                  <a:schemeClr val="dk1"/>
                </a:solidFill>
                <a:effectLst/>
                <a:uFillTx/>
                <a:latin typeface="Calibri"/>
                <a:ea typeface="Arial"/>
              </a:rPr>
              <a:t>task in </a:t>
            </a:r>
            <a:r>
              <a:rPr b="0" lang="en-US" sz="1800" strike="noStrike" u="none">
                <a:solidFill>
                  <a:schemeClr val="dk1"/>
                </a:solidFill>
                <a:effectLst/>
                <a:uFillTx/>
                <a:latin typeface="Calibri"/>
                <a:ea typeface="Arial"/>
              </a:rPr>
              <a:t>which </a:t>
            </a:r>
            <a:r>
              <a:rPr b="0"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risks of </a:t>
            </a:r>
            <a:r>
              <a:rPr b="1" lang="en-US" sz="1800" strike="noStrike" u="none">
                <a:solidFill>
                  <a:schemeClr val="dk1"/>
                </a:solidFill>
                <a:effectLst/>
                <a:uFillTx/>
                <a:latin typeface="Calibri"/>
                <a:ea typeface="Arial"/>
              </a:rPr>
              <a:t>being </a:t>
            </a:r>
            <a:r>
              <a:rPr b="1" lang="en-US" sz="1800" strike="noStrike" u="none">
                <a:solidFill>
                  <a:schemeClr val="dk1"/>
                </a:solidFill>
                <a:effectLst/>
                <a:uFillTx/>
                <a:latin typeface="Calibri"/>
                <a:ea typeface="Arial"/>
              </a:rPr>
              <a:t>unvacci</a:t>
            </a:r>
            <a:r>
              <a:rPr b="1" lang="en-US" sz="1800" strike="noStrike" u="none">
                <a:solidFill>
                  <a:schemeClr val="dk1"/>
                </a:solidFill>
                <a:effectLst/>
                <a:uFillTx/>
                <a:latin typeface="Calibri"/>
                <a:ea typeface="Arial"/>
              </a:rPr>
              <a:t>nated </a:t>
            </a:r>
            <a:r>
              <a:rPr b="1" lang="en-US" sz="1800" strike="noStrike" u="none">
                <a:solidFill>
                  <a:schemeClr val="dk1"/>
                </a:solidFill>
                <a:effectLst/>
                <a:uFillTx/>
                <a:latin typeface="Calibri"/>
                <a:ea typeface="Arial"/>
              </a:rPr>
              <a:t>and </a:t>
            </a:r>
            <a:r>
              <a:rPr b="1" lang="en-US" sz="1800" strike="noStrike" u="none">
                <a:solidFill>
                  <a:schemeClr val="dk1"/>
                </a:solidFill>
                <a:effectLst/>
                <a:uFillTx/>
                <a:latin typeface="Calibri"/>
                <a:ea typeface="Arial"/>
              </a:rPr>
              <a:t>contrac</a:t>
            </a:r>
            <a:r>
              <a:rPr b="1" lang="en-US" sz="1800" strike="noStrike" u="none">
                <a:solidFill>
                  <a:schemeClr val="dk1"/>
                </a:solidFill>
                <a:effectLst/>
                <a:uFillTx/>
                <a:latin typeface="Calibri"/>
                <a:ea typeface="Arial"/>
              </a:rPr>
              <a:t>ting the </a:t>
            </a:r>
            <a:r>
              <a:rPr b="1" lang="en-US" sz="1800" strike="noStrike" u="none">
                <a:solidFill>
                  <a:schemeClr val="dk1"/>
                </a:solidFill>
                <a:effectLst/>
                <a:uFillTx/>
                <a:latin typeface="Calibri"/>
                <a:ea typeface="Arial"/>
              </a:rPr>
              <a:t>disease </a:t>
            </a:r>
            <a:r>
              <a:rPr b="1" lang="en-US" sz="1800" strike="noStrike" u="none">
                <a:solidFill>
                  <a:schemeClr val="dk1"/>
                </a:solidFill>
                <a:effectLst/>
                <a:uFillTx/>
                <a:latin typeface="Calibri"/>
                <a:ea typeface="Arial"/>
              </a:rPr>
              <a:t>are </a:t>
            </a:r>
            <a:r>
              <a:rPr b="1" lang="en-US" sz="1800" strike="noStrike" u="none">
                <a:solidFill>
                  <a:schemeClr val="dk1"/>
                </a:solidFill>
                <a:effectLst/>
                <a:uFillTx/>
                <a:latin typeface="Calibri"/>
                <a:ea typeface="Arial"/>
              </a:rPr>
              <a:t>weighte</a:t>
            </a:r>
            <a:r>
              <a:rPr b="1" lang="en-US" sz="1800" strike="noStrike" u="none">
                <a:solidFill>
                  <a:schemeClr val="dk1"/>
                </a:solidFill>
                <a:effectLst/>
                <a:uFillTx/>
                <a:latin typeface="Calibri"/>
                <a:ea typeface="Arial"/>
              </a:rPr>
              <a:t>d </a:t>
            </a:r>
            <a:r>
              <a:rPr b="1" lang="en-US" sz="1800" strike="noStrike" u="none">
                <a:solidFill>
                  <a:schemeClr val="dk1"/>
                </a:solidFill>
                <a:effectLst/>
                <a:uFillTx/>
                <a:latin typeface="Calibri"/>
                <a:ea typeface="Arial"/>
              </a:rPr>
              <a:t>against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risks of </a:t>
            </a:r>
            <a:r>
              <a:rPr b="1" lang="en-US" sz="1800" strike="noStrike" u="none">
                <a:solidFill>
                  <a:schemeClr val="dk1"/>
                </a:solidFill>
                <a:effectLst/>
                <a:uFillTx/>
                <a:latin typeface="Calibri"/>
                <a:ea typeface="Arial"/>
              </a:rPr>
              <a:t>getting </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ted. </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in favor </a:t>
            </a:r>
            <a:r>
              <a:rPr b="0" lang="en-US" sz="1800" strike="noStrike" u="none">
                <a:solidFill>
                  <a:schemeClr val="dk1"/>
                </a:solidFill>
                <a:effectLst/>
                <a:uFillTx/>
                <a:latin typeface="Calibri"/>
                <a:ea typeface="Arial"/>
              </a:rPr>
              <a:t>of </a:t>
            </a: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a:t>
            </a:r>
            <a:r>
              <a:rPr b="0" lang="en-US" sz="1800" strike="noStrike" u="none">
                <a:solidFill>
                  <a:schemeClr val="dk1"/>
                </a:solidFill>
                <a:effectLst/>
                <a:uFillTx/>
                <a:latin typeface="Calibri"/>
                <a:ea typeface="Arial"/>
              </a:rPr>
              <a:t>beneﬁts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decision </a:t>
            </a:r>
            <a:r>
              <a:rPr b="0" lang="en-US" sz="1800" strike="noStrike" u="none">
                <a:solidFill>
                  <a:schemeClr val="dk1"/>
                </a:solidFill>
                <a:effectLst/>
                <a:uFillTx/>
                <a:latin typeface="Calibri"/>
                <a:ea typeface="Arial"/>
              </a:rPr>
              <a:t>maker </a:t>
            </a:r>
            <a:r>
              <a:rPr b="0" lang="en-US" sz="1800" strike="noStrike" u="none">
                <a:solidFill>
                  <a:schemeClr val="dk1"/>
                </a:solidFill>
                <a:effectLst/>
                <a:uFillTx/>
                <a:latin typeface="Calibri"/>
                <a:ea typeface="Arial"/>
              </a:rPr>
              <a:t>but also </a:t>
            </a:r>
            <a:r>
              <a:rPr b="0" lang="en-US" sz="1800" strike="noStrike" u="none">
                <a:solidFill>
                  <a:schemeClr val="dk1"/>
                </a:solidFill>
                <a:effectLst/>
                <a:uFillTx/>
                <a:latin typeface="Calibri"/>
                <a:ea typeface="Arial"/>
              </a:rPr>
              <a:t>support</a:t>
            </a:r>
            <a:r>
              <a:rPr b="0" lang="en-US" sz="1800" strike="noStrike" u="none">
                <a:solidFill>
                  <a:schemeClr val="dk1"/>
                </a:solidFill>
                <a:effectLst/>
                <a:uFillTx/>
                <a:latin typeface="Calibri"/>
                <a:ea typeface="Arial"/>
              </a:rPr>
              <a:t>s the </a:t>
            </a:r>
            <a:r>
              <a:rPr b="0" lang="en-US" sz="1800" strike="noStrike" u="none">
                <a:solidFill>
                  <a:schemeClr val="dk1"/>
                </a:solidFill>
                <a:effectLst/>
                <a:uFillTx/>
                <a:latin typeface="Calibri"/>
                <a:ea typeface="Arial"/>
              </a:rPr>
              <a:t>populati</a:t>
            </a:r>
            <a:r>
              <a:rPr b="0" lang="en-US" sz="1800" strike="noStrike" u="none">
                <a:solidFill>
                  <a:schemeClr val="dk1"/>
                </a:solidFill>
                <a:effectLst/>
                <a:uFillTx/>
                <a:latin typeface="Calibri"/>
                <a:ea typeface="Arial"/>
              </a:rPr>
              <a:t>on </a:t>
            </a:r>
            <a:r>
              <a:rPr b="0" lang="en-US" sz="1800" strike="noStrike" u="none">
                <a:solidFill>
                  <a:schemeClr val="dk1"/>
                </a:solidFill>
                <a:effectLst/>
                <a:uFillTx/>
                <a:latin typeface="Calibri"/>
                <a:ea typeface="Arial"/>
              </a:rPr>
              <a:t>because </a:t>
            </a:r>
            <a:r>
              <a:rPr b="0" lang="en-US" sz="1800" strike="noStrike" u="none">
                <a:solidFill>
                  <a:schemeClr val="dk1"/>
                </a:solidFill>
                <a:effectLst/>
                <a:uFillTx/>
                <a:latin typeface="Calibri"/>
                <a:ea typeface="Arial"/>
              </a:rPr>
              <a:t>it </a:t>
            </a:r>
            <a:r>
              <a:rPr b="0" lang="en-US" sz="1800" strike="noStrike" u="none">
                <a:solidFill>
                  <a:schemeClr val="dk1"/>
                </a:solidFill>
                <a:effectLst/>
                <a:uFillTx/>
                <a:latin typeface="Calibri"/>
                <a:ea typeface="Arial"/>
              </a:rPr>
              <a:t>decreas</a:t>
            </a:r>
            <a:r>
              <a:rPr b="0" lang="en-US" sz="1800" strike="noStrike" u="none">
                <a:solidFill>
                  <a:schemeClr val="dk1"/>
                </a:solidFill>
                <a:effectLst/>
                <a:uFillTx/>
                <a:latin typeface="Calibri"/>
                <a:ea typeface="Arial"/>
              </a:rPr>
              <a:t>es the </a:t>
            </a:r>
            <a:r>
              <a:rPr b="0" lang="en-US" sz="1800" strike="noStrike" u="none">
                <a:solidFill>
                  <a:schemeClr val="dk1"/>
                </a:solidFill>
                <a:effectLst/>
                <a:uFillTx/>
                <a:latin typeface="Calibri"/>
                <a:ea typeface="Arial"/>
              </a:rPr>
              <a:t>likelihoo</a:t>
            </a:r>
            <a:r>
              <a:rPr b="0" lang="en-US" sz="1800" strike="noStrike" u="none">
                <a:solidFill>
                  <a:schemeClr val="dk1"/>
                </a:solidFill>
                <a:effectLst/>
                <a:uFillTx/>
                <a:latin typeface="Calibri"/>
                <a:ea typeface="Arial"/>
              </a:rPr>
              <a:t>d that </a:t>
            </a:r>
            <a:r>
              <a:rPr b="0" lang="en-US" sz="1800" strike="noStrike" u="none">
                <a:solidFill>
                  <a:schemeClr val="dk1"/>
                </a:solidFill>
                <a:effectLst/>
                <a:uFillTx/>
                <a:latin typeface="Calibri"/>
                <a:ea typeface="Arial"/>
              </a:rPr>
              <a:t>the </a:t>
            </a:r>
            <a:r>
              <a:rPr b="0" lang="en-US" sz="1800" strike="noStrike" u="none">
                <a:solidFill>
                  <a:schemeClr val="dk1"/>
                </a:solidFill>
                <a:effectLst/>
                <a:uFillTx/>
                <a:latin typeface="Calibri"/>
                <a:ea typeface="Arial"/>
              </a:rPr>
              <a:t>disease </a:t>
            </a:r>
            <a:r>
              <a:rPr b="0" lang="en-US" sz="1800" strike="noStrike" u="none">
                <a:solidFill>
                  <a:schemeClr val="dk1"/>
                </a:solidFill>
                <a:effectLst/>
                <a:uFillTx/>
                <a:latin typeface="Calibri"/>
                <a:ea typeface="Arial"/>
              </a:rPr>
              <a:t>spreads, </a:t>
            </a:r>
            <a:r>
              <a:rPr b="0" lang="en-US" sz="1800" strike="noStrike" u="none">
                <a:solidFill>
                  <a:schemeClr val="dk1"/>
                </a:solidFill>
                <a:effectLst/>
                <a:uFillTx/>
                <a:latin typeface="Calibri"/>
                <a:ea typeface="Arial"/>
              </a:rPr>
              <a:t>an effect </a:t>
            </a:r>
            <a:r>
              <a:rPr b="0" lang="en-US" sz="1800" strike="noStrike" u="none">
                <a:solidFill>
                  <a:schemeClr val="dk1"/>
                </a:solidFill>
                <a:effectLst/>
                <a:uFillTx/>
                <a:latin typeface="Calibri"/>
                <a:ea typeface="Arial"/>
              </a:rPr>
              <a:t>called </a:t>
            </a:r>
            <a:r>
              <a:rPr b="1" lang="en-US" sz="1800" strike="noStrike" u="none">
                <a:solidFill>
                  <a:schemeClr val="dk1"/>
                </a:solidFill>
                <a:effectLst/>
                <a:uFillTx/>
                <a:latin typeface="Calibri"/>
                <a:ea typeface="Arial"/>
              </a:rPr>
              <a:t>Herd </a:t>
            </a:r>
            <a:r>
              <a:rPr b="1" lang="en-US" sz="1800" strike="noStrike" u="none">
                <a:solidFill>
                  <a:schemeClr val="dk1"/>
                </a:solidFill>
                <a:effectLst/>
                <a:uFillTx/>
                <a:latin typeface="Calibri"/>
                <a:ea typeface="Arial"/>
              </a:rPr>
              <a:t>Immuni</a:t>
            </a:r>
            <a:r>
              <a:rPr b="1" lang="en-US" sz="1800" strike="noStrike" u="none">
                <a:solidFill>
                  <a:schemeClr val="dk1"/>
                </a:solidFill>
                <a:effectLst/>
                <a:uFillTx/>
                <a:latin typeface="Calibri"/>
                <a:ea typeface="Arial"/>
              </a:rPr>
              <a:t>ty. Non-</a:t>
            </a:r>
            <a:r>
              <a:rPr b="1" lang="en-US" sz="1800" strike="noStrike" u="none">
                <a:solidFill>
                  <a:schemeClr val="dk1"/>
                </a:solidFill>
                <a:effectLst/>
                <a:uFillTx/>
                <a:latin typeface="Calibri"/>
                <a:ea typeface="Arial"/>
              </a:rPr>
              <a:t>vaccina</a:t>
            </a:r>
            <a:r>
              <a:rPr b="1" lang="en-US" sz="1800" strike="noStrike" u="none">
                <a:solidFill>
                  <a:schemeClr val="dk1"/>
                </a:solidFill>
                <a:effectLst/>
                <a:uFillTx/>
                <a:latin typeface="Calibri"/>
                <a:ea typeface="Arial"/>
              </a:rPr>
              <a:t>tion </a:t>
            </a:r>
            <a:r>
              <a:rPr b="1" lang="en-US" sz="1800" strike="noStrike" u="none">
                <a:solidFill>
                  <a:schemeClr val="dk1"/>
                </a:solidFill>
                <a:effectLst/>
                <a:uFillTx/>
                <a:latin typeface="Calibri"/>
                <a:ea typeface="Arial"/>
              </a:rPr>
              <a:t>might </a:t>
            </a:r>
            <a:r>
              <a:rPr b="1" lang="en-US" sz="1800" strike="noStrike" u="none">
                <a:solidFill>
                  <a:schemeClr val="dk1"/>
                </a:solidFill>
                <a:effectLst/>
                <a:uFillTx/>
                <a:latin typeface="Calibri"/>
                <a:ea typeface="Arial"/>
              </a:rPr>
              <a:t>not be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result </a:t>
            </a:r>
            <a:r>
              <a:rPr b="1" lang="en-US" sz="1800" strike="noStrike" u="none">
                <a:solidFill>
                  <a:schemeClr val="dk1"/>
                </a:solidFill>
                <a:effectLst/>
                <a:uFillTx/>
                <a:latin typeface="Calibri"/>
                <a:ea typeface="Arial"/>
              </a:rPr>
              <a:t>of </a:t>
            </a:r>
            <a:r>
              <a:rPr b="1" lang="en-US" sz="1800" strike="noStrike" u="none">
                <a:solidFill>
                  <a:schemeClr val="dk1"/>
                </a:solidFill>
                <a:effectLst/>
                <a:uFillTx/>
                <a:latin typeface="Calibri"/>
                <a:ea typeface="Arial"/>
              </a:rPr>
              <a:t>adverse </a:t>
            </a:r>
            <a:r>
              <a:rPr b="1" lang="en-US" sz="1800" strike="noStrike" u="none">
                <a:solidFill>
                  <a:schemeClr val="dk1"/>
                </a:solidFill>
                <a:effectLst/>
                <a:uFillTx/>
                <a:latin typeface="Calibri"/>
                <a:ea typeface="Arial"/>
              </a:rPr>
              <a:t>effects </a:t>
            </a:r>
            <a:r>
              <a:rPr b="1" lang="en-US" sz="1800" strike="noStrike" u="none">
                <a:solidFill>
                  <a:schemeClr val="dk1"/>
                </a:solidFill>
                <a:effectLst/>
                <a:uFillTx/>
                <a:latin typeface="Calibri"/>
                <a:ea typeface="Arial"/>
              </a:rPr>
              <a:t>weighte</a:t>
            </a:r>
            <a:r>
              <a:rPr b="1" lang="en-US" sz="1800" strike="noStrike" u="none">
                <a:solidFill>
                  <a:schemeClr val="dk1"/>
                </a:solidFill>
                <a:effectLst/>
                <a:uFillTx/>
                <a:latin typeface="Calibri"/>
                <a:ea typeface="Arial"/>
              </a:rPr>
              <a:t>d </a:t>
            </a:r>
            <a:r>
              <a:rPr b="1" lang="en-US" sz="1800" strike="noStrike" u="none">
                <a:solidFill>
                  <a:schemeClr val="dk1"/>
                </a:solidFill>
                <a:effectLst/>
                <a:uFillTx/>
                <a:latin typeface="Calibri"/>
                <a:ea typeface="Arial"/>
              </a:rPr>
              <a:t>decision </a:t>
            </a:r>
            <a:r>
              <a:rPr b="1" lang="en-US" sz="1800" strike="noStrike" u="none">
                <a:solidFill>
                  <a:schemeClr val="dk1"/>
                </a:solidFill>
                <a:effectLst/>
                <a:uFillTx/>
                <a:latin typeface="Calibri"/>
                <a:ea typeface="Arial"/>
              </a:rPr>
              <a:t>but </a:t>
            </a:r>
            <a:r>
              <a:rPr b="1" lang="en-US" sz="1800" strike="noStrike" u="none">
                <a:solidFill>
                  <a:schemeClr val="dk1"/>
                </a:solidFill>
                <a:effectLst/>
                <a:uFillTx/>
                <a:latin typeface="Calibri"/>
                <a:ea typeface="Arial"/>
              </a:rPr>
              <a:t>rather </a:t>
            </a:r>
            <a:r>
              <a:rPr b="1" lang="en-US" sz="1800" strike="noStrike" u="none">
                <a:solidFill>
                  <a:schemeClr val="dk1"/>
                </a:solidFill>
                <a:effectLst/>
                <a:uFillTx/>
                <a:latin typeface="Calibri"/>
                <a:ea typeface="Arial"/>
              </a:rPr>
              <a:t>the </a:t>
            </a:r>
            <a:r>
              <a:rPr b="1" lang="en-US" sz="1800" strike="noStrike" u="none">
                <a:solidFill>
                  <a:schemeClr val="dk1"/>
                </a:solidFill>
                <a:effectLst/>
                <a:uFillTx/>
                <a:latin typeface="Calibri"/>
                <a:ea typeface="Arial"/>
              </a:rPr>
              <a:t>result </a:t>
            </a:r>
            <a:r>
              <a:rPr b="1" lang="en-US" sz="1800" strike="noStrike" u="none">
                <a:solidFill>
                  <a:schemeClr val="dk1"/>
                </a:solidFill>
                <a:effectLst/>
                <a:uFillTx/>
                <a:latin typeface="Calibri"/>
                <a:ea typeface="Arial"/>
              </a:rPr>
              <a:t>of </a:t>
            </a:r>
            <a:r>
              <a:rPr b="1" lang="en-US" sz="1800" strike="noStrike" u="none">
                <a:solidFill>
                  <a:schemeClr val="dk1"/>
                </a:solidFill>
                <a:effectLst/>
                <a:uFillTx/>
                <a:latin typeface="Calibri"/>
                <a:ea typeface="Arial"/>
              </a:rPr>
              <a:t>selﬁsh-</a:t>
            </a:r>
            <a:r>
              <a:rPr b="1" lang="en-US" sz="1800" strike="noStrike" u="none">
                <a:solidFill>
                  <a:schemeClr val="dk1"/>
                </a:solidFill>
                <a:effectLst/>
                <a:uFillTx/>
                <a:latin typeface="Calibri"/>
                <a:ea typeface="Arial"/>
              </a:rPr>
              <a:t>rational </a:t>
            </a:r>
            <a:r>
              <a:rPr b="1" lang="en-US" sz="1800" strike="noStrike" u="none">
                <a:solidFill>
                  <a:schemeClr val="dk1"/>
                </a:solidFill>
                <a:effectLst/>
                <a:uFillTx/>
                <a:latin typeface="Calibri"/>
                <a:ea typeface="Arial"/>
              </a:rPr>
              <a:t>behavio</a:t>
            </a:r>
            <a:r>
              <a:rPr b="1" lang="en-US" sz="1800" strike="noStrike" u="none">
                <a:solidFill>
                  <a:schemeClr val="dk1"/>
                </a:solidFill>
                <a:effectLst/>
                <a:uFillTx/>
                <a:latin typeface="Calibri"/>
                <a:ea typeface="Arial"/>
              </a:rPr>
              <a:t>r</a:t>
            </a:r>
            <a:r>
              <a:rPr b="0" lang="en-US" sz="1800" strike="noStrike" u="none">
                <a:solidFill>
                  <a:schemeClr val="dk1"/>
                </a:solidFill>
                <a:effectLst/>
                <a:uFillTx/>
                <a:latin typeface="Calibri"/>
                <a:ea typeface="Arial"/>
              </a:rPr>
              <a:t> </a:t>
            </a:r>
            <a:r>
              <a:rPr b="0" lang="en-US" sz="1800" strike="noStrike" u="none">
                <a:solidFill>
                  <a:schemeClr val="dk1"/>
                </a:solidFill>
                <a:effectLst/>
                <a:uFillTx/>
                <a:latin typeface="Calibri"/>
                <a:ea typeface="Arial"/>
              </a:rPr>
              <a:t>assumin</a:t>
            </a:r>
            <a:r>
              <a:rPr b="0" lang="en-US" sz="1800" strike="noStrike" u="none">
                <a:solidFill>
                  <a:schemeClr val="dk1"/>
                </a:solidFill>
                <a:effectLst/>
                <a:uFillTx/>
                <a:latin typeface="Calibri"/>
                <a:ea typeface="Arial"/>
              </a:rPr>
              <a:t>g Herd </a:t>
            </a:r>
            <a:r>
              <a:rPr b="0" lang="en-US" sz="1800" strike="noStrike" u="none">
                <a:solidFill>
                  <a:schemeClr val="dk1"/>
                </a:solidFill>
                <a:effectLst/>
                <a:uFillTx/>
                <a:latin typeface="Calibri"/>
                <a:ea typeface="Arial"/>
              </a:rPr>
              <a:t>Immunit</a:t>
            </a:r>
            <a:r>
              <a:rPr b="0" lang="en-US" sz="1800" strike="noStrike" u="none">
                <a:solidFill>
                  <a:schemeClr val="dk1"/>
                </a:solidFill>
                <a:effectLst/>
                <a:uFillTx/>
                <a:latin typeface="Calibri"/>
                <a:ea typeface="Arial"/>
              </a:rPr>
              <a:t>y has </a:t>
            </a:r>
            <a:r>
              <a:rPr b="0" lang="en-US" sz="1800" strike="noStrike" u="none">
                <a:solidFill>
                  <a:schemeClr val="dk1"/>
                </a:solidFill>
                <a:effectLst/>
                <a:uFillTx/>
                <a:latin typeface="Calibri"/>
                <a:ea typeface="Arial"/>
              </a:rPr>
              <a:t>been </a:t>
            </a:r>
            <a:r>
              <a:rPr b="0" lang="en-US" sz="1800" strike="noStrike" u="none">
                <a:solidFill>
                  <a:schemeClr val="dk1"/>
                </a:solidFill>
                <a:effectLst/>
                <a:uFillTx/>
                <a:latin typeface="Calibri"/>
                <a:ea typeface="Arial"/>
              </a:rPr>
              <a:t>reached.</a:t>
            </a:r>
            <a:endParaRPr b="0" lang="en-US" sz="1800" strike="noStrike" u="non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b="0" lang="en-US" sz="1800" strike="noStrike" u="none">
                <a:solidFill>
                  <a:schemeClr val="dk1"/>
                </a:solidFill>
                <a:effectLst/>
                <a:uFillTx/>
                <a:latin typeface="Calibri"/>
                <a:ea typeface="Arial"/>
              </a:rPr>
              <a:t>Infectio</a:t>
            </a:r>
            <a:r>
              <a:rPr b="0" lang="en-US" sz="1800" strike="noStrike" u="none">
                <a:solidFill>
                  <a:schemeClr val="dk1"/>
                </a:solidFill>
                <a:effectLst/>
                <a:uFillTx/>
                <a:latin typeface="Calibri"/>
                <a:ea typeface="Arial"/>
              </a:rPr>
              <a:t>us </a:t>
            </a:r>
            <a:r>
              <a:rPr b="0" lang="en-US" sz="1800" strike="noStrike" u="none">
                <a:solidFill>
                  <a:schemeClr val="dk1"/>
                </a:solidFill>
                <a:effectLst/>
                <a:uFillTx/>
                <a:latin typeface="Calibri"/>
                <a:ea typeface="Arial"/>
              </a:rPr>
              <a:t>diseases </a:t>
            </a:r>
            <a:r>
              <a:rPr b="0" lang="en-US" sz="1800" strike="noStrike" u="none">
                <a:solidFill>
                  <a:schemeClr val="dk1"/>
                </a:solidFill>
                <a:effectLst/>
                <a:uFillTx/>
                <a:latin typeface="Calibri"/>
                <a:ea typeface="Arial"/>
              </a:rPr>
              <a:t>have </a:t>
            </a:r>
            <a:r>
              <a:rPr b="0" lang="en-US" sz="1800" strike="noStrike" u="none">
                <a:solidFill>
                  <a:schemeClr val="dk1"/>
                </a:solidFill>
                <a:effectLst/>
                <a:uFillTx/>
                <a:latin typeface="Calibri"/>
                <a:ea typeface="Arial"/>
              </a:rPr>
              <a:t>catastro</a:t>
            </a:r>
            <a:r>
              <a:rPr b="0" lang="en-US" sz="1800" strike="noStrike" u="none">
                <a:solidFill>
                  <a:schemeClr val="dk1"/>
                </a:solidFill>
                <a:effectLst/>
                <a:uFillTx/>
                <a:latin typeface="Calibri"/>
                <a:ea typeface="Arial"/>
              </a:rPr>
              <a:t>phic </a:t>
            </a:r>
            <a:r>
              <a:rPr b="0" lang="en-US" sz="1800" strike="noStrike" u="none">
                <a:solidFill>
                  <a:schemeClr val="dk1"/>
                </a:solidFill>
                <a:effectLst/>
                <a:uFillTx/>
                <a:latin typeface="Calibri"/>
                <a:ea typeface="Arial"/>
              </a:rPr>
              <a:t>human </a:t>
            </a:r>
            <a:r>
              <a:rPr b="0" lang="en-US" sz="1800" strike="noStrike" u="none">
                <a:solidFill>
                  <a:schemeClr val="dk1"/>
                </a:solidFill>
                <a:effectLst/>
                <a:uFillTx/>
                <a:latin typeface="Calibri"/>
                <a:ea typeface="Arial"/>
              </a:rPr>
              <a:t>and </a:t>
            </a:r>
            <a:r>
              <a:rPr b="0" lang="en-US" sz="1800" strike="noStrike" u="none">
                <a:solidFill>
                  <a:schemeClr val="dk1"/>
                </a:solidFill>
                <a:effectLst/>
                <a:uFillTx/>
                <a:latin typeface="Calibri"/>
                <a:ea typeface="Arial"/>
              </a:rPr>
              <a:t>economi</a:t>
            </a:r>
            <a:r>
              <a:rPr b="0" lang="en-US" sz="1800" strike="noStrike" u="none">
                <a:solidFill>
                  <a:schemeClr val="dk1"/>
                </a:solidFill>
                <a:effectLst/>
                <a:uFillTx/>
                <a:latin typeface="Calibri"/>
                <a:ea typeface="Arial"/>
              </a:rPr>
              <a:t>c </a:t>
            </a:r>
            <a:r>
              <a:rPr b="0" lang="en-US" sz="1800" strike="noStrike" u="none">
                <a:solidFill>
                  <a:schemeClr val="dk1"/>
                </a:solidFill>
                <a:effectLst/>
                <a:uFillTx/>
                <a:latin typeface="Calibri"/>
                <a:ea typeface="Arial"/>
              </a:rPr>
              <a:t>consequ</a:t>
            </a:r>
            <a:r>
              <a:rPr b="0" lang="en-US" sz="1800" strike="noStrike" u="none">
                <a:solidFill>
                  <a:schemeClr val="dk1"/>
                </a:solidFill>
                <a:effectLst/>
                <a:uFillTx/>
                <a:latin typeface="Calibri"/>
                <a:ea typeface="Arial"/>
              </a:rPr>
              <a:t>ences as </a:t>
            </a:r>
            <a:r>
              <a:rPr b="0" lang="en-US" sz="1800" strike="noStrike" u="none">
                <a:solidFill>
                  <a:schemeClr val="dk1"/>
                </a:solidFill>
                <a:effectLst/>
                <a:uFillTx/>
                <a:latin typeface="Calibri"/>
                <a:ea typeface="Arial"/>
              </a:rPr>
              <a:t>we all </a:t>
            </a:r>
            <a:r>
              <a:rPr b="0" lang="en-US" sz="1800" strike="noStrike" u="none">
                <a:solidFill>
                  <a:schemeClr val="dk1"/>
                </a:solidFill>
                <a:effectLst/>
                <a:uFillTx/>
                <a:latin typeface="Calibri"/>
                <a:ea typeface="Arial"/>
              </a:rPr>
              <a:t>learned </a:t>
            </a:r>
            <a:r>
              <a:rPr b="0" lang="en-US" sz="1800" strike="noStrike" u="none">
                <a:solidFill>
                  <a:schemeClr val="dk1"/>
                </a:solidFill>
                <a:effectLst/>
                <a:uFillTx/>
                <a:latin typeface="Calibri"/>
                <a:ea typeface="Arial"/>
              </a:rPr>
              <a:t>from the </a:t>
            </a:r>
            <a:r>
              <a:rPr b="0" lang="en-US" sz="1800" strike="noStrike" u="none">
                <a:solidFill>
                  <a:schemeClr val="dk1"/>
                </a:solidFill>
                <a:effectLst/>
                <a:uFillTx/>
                <a:latin typeface="Calibri"/>
                <a:ea typeface="Arial"/>
              </a:rPr>
              <a:t>COVID-</a:t>
            </a:r>
            <a:r>
              <a:rPr b="0" lang="en-US" sz="1800" strike="noStrike" u="none">
                <a:solidFill>
                  <a:schemeClr val="dk1"/>
                </a:solidFill>
                <a:effectLst/>
                <a:uFillTx/>
                <a:latin typeface="Calibri"/>
                <a:ea typeface="Arial"/>
              </a:rPr>
              <a:t>pandem</a:t>
            </a:r>
            <a:r>
              <a:rPr b="0" lang="en-US" sz="1800" strike="noStrike" u="none">
                <a:solidFill>
                  <a:schemeClr val="dk1"/>
                </a:solidFill>
                <a:effectLst/>
                <a:uFillTx/>
                <a:latin typeface="Calibri"/>
                <a:ea typeface="Arial"/>
              </a:rPr>
              <a:t>ic. </a:t>
            </a:r>
            <a:r>
              <a:rPr b="0" lang="en-US" sz="1800" strike="noStrike" u="none">
                <a:solidFill>
                  <a:schemeClr val="dk1"/>
                </a:solidFill>
                <a:effectLst/>
                <a:uFillTx/>
                <a:latin typeface="Calibri"/>
                <a:ea typeface="Arial"/>
              </a:rPr>
              <a:t>However</a:t>
            </a:r>
            <a:r>
              <a:rPr b="0" lang="en-US" sz="1800" strike="noStrike" u="none">
                <a:solidFill>
                  <a:schemeClr val="dk1"/>
                </a:solidFill>
                <a:effectLst/>
                <a:uFillTx/>
                <a:latin typeface="Calibri"/>
                <a:ea typeface="Arial"/>
              </a:rPr>
              <a:t>, i</a:t>
            </a:r>
            <a:r>
              <a:rPr b="0" lang="en-US" sz="1800" strike="noStrike" u="none">
                <a:solidFill>
                  <a:schemeClr val="dk1"/>
                </a:solidFill>
                <a:effectLst/>
                <a:uFillTx/>
                <a:latin typeface="Calibri"/>
                <a:ea typeface="Arial"/>
              </a:rPr>
              <a:t>t is </a:t>
            </a:r>
            <a:r>
              <a:rPr b="0" lang="en-US" sz="1800" strike="noStrike" u="none">
                <a:solidFill>
                  <a:schemeClr val="dk1"/>
                </a:solidFill>
                <a:effectLst/>
                <a:uFillTx/>
                <a:latin typeface="Calibri"/>
                <a:ea typeface="Arial"/>
              </a:rPr>
              <a:t>impossi</a:t>
            </a:r>
            <a:r>
              <a:rPr b="0" lang="en-US" sz="1800" strike="noStrike" u="none">
                <a:solidFill>
                  <a:schemeClr val="dk1"/>
                </a:solidFill>
                <a:effectLst/>
                <a:uFillTx/>
                <a:latin typeface="Calibri"/>
                <a:ea typeface="Arial"/>
              </a:rPr>
              <a:t>ble to </a:t>
            </a:r>
            <a:r>
              <a:rPr b="0" lang="en-US" sz="1800" strike="noStrike" u="none">
                <a:solidFill>
                  <a:schemeClr val="dk1"/>
                </a:solidFill>
                <a:effectLst/>
                <a:uFillTx/>
                <a:latin typeface="Calibri"/>
                <a:ea typeface="Arial"/>
              </a:rPr>
              <a:t>eradicat</a:t>
            </a:r>
            <a:r>
              <a:rPr b="0" lang="en-US" sz="1800" strike="noStrike" u="none">
                <a:solidFill>
                  <a:schemeClr val="dk1"/>
                </a:solidFill>
                <a:effectLst/>
                <a:uFillTx/>
                <a:latin typeface="Calibri"/>
                <a:ea typeface="Arial"/>
              </a:rPr>
              <a:t>e a </a:t>
            </a:r>
            <a:r>
              <a:rPr b="0" lang="en-US" sz="1800" strike="noStrike" u="none">
                <a:solidFill>
                  <a:schemeClr val="dk1"/>
                </a:solidFill>
                <a:effectLst/>
                <a:uFillTx/>
                <a:latin typeface="Calibri"/>
                <a:ea typeface="Arial"/>
              </a:rPr>
              <a:t>disease </a:t>
            </a:r>
            <a:r>
              <a:rPr b="0" lang="en-US" sz="1800" strike="noStrike" u="none">
                <a:solidFill>
                  <a:schemeClr val="dk1"/>
                </a:solidFill>
                <a:effectLst/>
                <a:uFillTx/>
                <a:latin typeface="Calibri"/>
                <a:ea typeface="Arial"/>
              </a:rPr>
              <a:t>through </a:t>
            </a:r>
            <a:r>
              <a:rPr b="0" lang="en-US" sz="1800" strike="noStrike" u="none">
                <a:solidFill>
                  <a:schemeClr val="dk1"/>
                </a:solidFill>
                <a:effectLst/>
                <a:uFillTx/>
                <a:latin typeface="Calibri"/>
                <a:ea typeface="Arial"/>
              </a:rPr>
              <a:t>voluntar</a:t>
            </a:r>
            <a:r>
              <a:rPr b="0" lang="en-US" sz="1800" strike="noStrike" u="none">
                <a:solidFill>
                  <a:schemeClr val="dk1"/>
                </a:solidFill>
                <a:effectLst/>
                <a:uFillTx/>
                <a:latin typeface="Calibri"/>
                <a:ea typeface="Arial"/>
              </a:rPr>
              <a:t>y </a:t>
            </a:r>
            <a:r>
              <a:rPr b="0" lang="en-US" sz="1800" strike="noStrike" u="none">
                <a:solidFill>
                  <a:schemeClr val="dk1"/>
                </a:solidFill>
                <a:effectLst/>
                <a:uFillTx/>
                <a:latin typeface="Calibri"/>
                <a:ea typeface="Arial"/>
              </a:rPr>
              <a:t>vaccinati</a:t>
            </a:r>
            <a:r>
              <a:rPr b="0" lang="en-US" sz="1800" strike="noStrike" u="none">
                <a:solidFill>
                  <a:schemeClr val="dk1"/>
                </a:solidFill>
                <a:effectLst/>
                <a:uFillTx/>
                <a:latin typeface="Calibri"/>
                <a:ea typeface="Arial"/>
              </a:rPr>
              <a:t>on when </a:t>
            </a:r>
            <a:r>
              <a:rPr b="0" lang="en-US" sz="1800" strike="noStrike" u="none">
                <a:solidFill>
                  <a:schemeClr val="dk1"/>
                </a:solidFill>
                <a:effectLst/>
                <a:uFillTx/>
                <a:latin typeface="Calibri"/>
                <a:ea typeface="Arial"/>
              </a:rPr>
              <a:t>individu</a:t>
            </a:r>
            <a:r>
              <a:rPr b="0" lang="en-US" sz="1800" strike="noStrike" u="none">
                <a:solidFill>
                  <a:schemeClr val="dk1"/>
                </a:solidFill>
                <a:effectLst/>
                <a:uFillTx/>
                <a:latin typeface="Calibri"/>
                <a:ea typeface="Arial"/>
              </a:rPr>
              <a:t>als act </a:t>
            </a:r>
            <a:r>
              <a:rPr b="0" lang="en-US" sz="1800" strike="noStrike" u="none">
                <a:solidFill>
                  <a:schemeClr val="dk1"/>
                </a:solidFill>
                <a:effectLst/>
                <a:uFillTx/>
                <a:latin typeface="Calibri"/>
                <a:ea typeface="Arial"/>
              </a:rPr>
              <a:t>accordin</a:t>
            </a:r>
            <a:r>
              <a:rPr b="0" lang="en-US" sz="1800" strike="noStrike" u="none">
                <a:solidFill>
                  <a:schemeClr val="dk1"/>
                </a:solidFill>
                <a:effectLst/>
                <a:uFillTx/>
                <a:latin typeface="Calibri"/>
                <a:ea typeface="Arial"/>
              </a:rPr>
              <a:t>g to </a:t>
            </a:r>
            <a:r>
              <a:rPr b="0" lang="en-US" sz="1800" strike="noStrike" u="none">
                <a:solidFill>
                  <a:schemeClr val="dk1"/>
                </a:solidFill>
                <a:effectLst/>
                <a:uFillTx/>
                <a:latin typeface="Calibri"/>
                <a:ea typeface="Arial"/>
              </a:rPr>
              <a:t>their </a:t>
            </a:r>
            <a:r>
              <a:rPr b="0" lang="en-US" sz="1800" strike="noStrike" u="none">
                <a:solidFill>
                  <a:schemeClr val="dk1"/>
                </a:solidFill>
                <a:effectLst/>
                <a:uFillTx/>
                <a:latin typeface="Calibri"/>
                <a:ea typeface="Arial"/>
              </a:rPr>
              <a:t>own </a:t>
            </a:r>
            <a:r>
              <a:rPr b="0" lang="en-US" sz="1800" strike="noStrike" u="none">
                <a:solidFill>
                  <a:schemeClr val="dk1"/>
                </a:solidFill>
                <a:effectLst/>
                <a:uFillTx/>
                <a:latin typeface="Calibri"/>
                <a:ea typeface="Arial"/>
              </a:rPr>
              <a:t>interests</a:t>
            </a:r>
            <a:r>
              <a:rPr b="0" lang="en-US" sz="1800" strike="noStrike" u="none">
                <a:solidFill>
                  <a:schemeClr val="dk1"/>
                </a:solidFill>
                <a:effectLst/>
                <a:uFillTx/>
                <a:latin typeface="Calibri"/>
                <a:ea typeface="Arial"/>
              </a:rPr>
              <a:t>.</a:t>
            </a:r>
            <a:endParaRPr b="0" lang="en-US" sz="1800" strike="noStrike" u="none">
              <a:solidFill>
                <a:srgbClr val="000000"/>
              </a:solidFill>
              <a:effectLst/>
              <a:uFillTx/>
              <a:latin typeface="Arial"/>
            </a:endParaRPr>
          </a:p>
          <a:p>
            <a:pPr defTabSz="914400">
              <a:lnSpc>
                <a:spcPct val="100000"/>
              </a:lnSpc>
              <a:spcAft>
                <a:spcPts val="601"/>
              </a:spcAft>
            </a:pPr>
            <a:endParaRPr b="0" lang="en-US" sz="1800" strike="noStrike" u="none">
              <a:solidFill>
                <a:srgbClr val="000000"/>
              </a:solidFill>
              <a:effectLst/>
              <a:uFillTx/>
              <a:latin typeface="Arial"/>
            </a:endParaRPr>
          </a:p>
          <a:p>
            <a:pPr defTabSz="914400">
              <a:lnSpc>
                <a:spcPct val="100000"/>
              </a:lnSpc>
              <a:spcAft>
                <a:spcPts val="601"/>
              </a:spcAf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title"/>
          </p:nvPr>
        </p:nvSpPr>
        <p:spPr>
          <a:xfrm>
            <a:off x="997200" y="676800"/>
            <a:ext cx="7704000" cy="324360"/>
          </a:xfrm>
          <a:prstGeom prst="rect">
            <a:avLst/>
          </a:prstGeom>
          <a:noFill/>
          <a:ln w="0">
            <a:noFill/>
          </a:ln>
        </p:spPr>
        <p:txBody>
          <a:bodyPr lIns="0" rIns="0" tIns="0" bIns="0" anchor="t">
            <a:noAutofit/>
          </a:bodyPr>
          <a:p>
            <a:pPr indent="0" defTabSz="914400">
              <a:lnSpc>
                <a:spcPts val="2500"/>
              </a:lnSpc>
              <a:buNone/>
              <a:tabLst>
                <a:tab algn="l" pos="0"/>
              </a:tabLst>
            </a:pPr>
            <a:r>
              <a:rPr b="1" lang="en-US" sz="2500" strike="noStrike" u="none" cap="all">
                <a:solidFill>
                  <a:schemeClr val="dk1"/>
                </a:solidFill>
                <a:effectLst/>
                <a:uFillTx/>
                <a:latin typeface="Calibri"/>
                <a:ea typeface="Arial"/>
              </a:rPr>
              <a:t>References</a:t>
            </a:r>
            <a:endParaRPr b="0" lang="en-US" sz="2500" strike="noStrike" u="none">
              <a:solidFill>
                <a:srgbClr val="000000"/>
              </a:solidFill>
              <a:effectLst/>
              <a:uFillTx/>
              <a:latin typeface="Arial"/>
            </a:endParaRPr>
          </a:p>
        </p:txBody>
      </p:sp>
      <p:sp>
        <p:nvSpPr>
          <p:cNvPr id="653" name="PlaceHolder 2"/>
          <p:cNvSpPr>
            <a:spLocks noGrp="1"/>
          </p:cNvSpPr>
          <p:nvPr>
            <p:ph/>
          </p:nvPr>
        </p:nvSpPr>
        <p:spPr>
          <a:xfrm>
            <a:off x="997200" y="1620000"/>
            <a:ext cx="10232280" cy="4319280"/>
          </a:xfrm>
          <a:prstGeom prst="rect">
            <a:avLst/>
          </a:prstGeom>
          <a:noFill/>
          <a:ln w="0">
            <a:noFill/>
          </a:ln>
        </p:spPr>
        <p:txBody>
          <a:bodyPr lIns="0" rIns="0" tIns="0" bIns="0" anchor="t">
            <a:noAutofit/>
          </a:bodyPr>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Schlickeiser, R., &amp; Kröger, M. (2024). Mathematics of epidemics: On the general solution of SIRVD, SIRV, SIRD, and SIR compartment models. Mathematics, 12(7), 941. doi:10.3390/math12070941.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Mehdaoui, M. (2023). A review of commonly used compartmental models in epidemiology. arXiv. arXiv:2110.09642.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Böhm, R., Betsch, C., &amp; Korn, L. (2016). Selfish-rational non-vaccination: Experimental evidence from an interactive vaccination game. Journal of Economic Behavior &amp; Organization, 131, 183–195. doi:10.1016/j.jebo.2015.11.008. </a:t>
            </a:r>
            <a:endParaRPr b="0" lang="en-US" sz="1800" strike="noStrike" u="none">
              <a:solidFill>
                <a:srgbClr val="000000"/>
              </a:solidFill>
              <a:effectLst/>
              <a:uFillTx/>
              <a:latin typeface="Arial"/>
            </a:endParaRPr>
          </a:p>
          <a:p>
            <a:pPr marL="432000" indent="-324000">
              <a:spcBef>
                <a:spcPts val="1191"/>
              </a:spcBef>
              <a:spcAft>
                <a:spcPts val="992"/>
              </a:spcAft>
              <a:buClr>
                <a:srgbClr val="000000"/>
              </a:buClr>
              <a:buSzPct val="45000"/>
              <a:buFont typeface="Wingdings" charset="2"/>
              <a:buChar char=""/>
            </a:pPr>
            <a:r>
              <a:rPr b="0" lang="en-US" sz="1800" strike="noStrike" u="none">
                <a:solidFill>
                  <a:srgbClr val="000000"/>
                </a:solidFill>
                <a:effectLst/>
                <a:uFillTx/>
                <a:latin typeface="Arial"/>
              </a:rPr>
              <a:t>Gutierrez, M. A., &amp; Gog, J. R. (2026). Final-size solutions for SIRI models with vaccination. Bulletin of Mathematical Biology, 88(5), Article 64. doi:10.1007/s11538-026-01610-w</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p:nvPr>
        </p:nvSpPr>
        <p:spPr>
          <a:xfrm>
            <a:off x="998640" y="2232000"/>
            <a:ext cx="7704720" cy="2055960"/>
          </a:xfrm>
          <a:prstGeom prst="rect">
            <a:avLst/>
          </a:prstGeom>
          <a:noFill/>
          <a:ln w="0">
            <a:noFill/>
          </a:ln>
        </p:spPr>
        <p:txBody>
          <a:bodyPr lIns="0" rIns="0" tIns="0" bIns="0" anchor="t">
            <a:noAutofit/>
          </a:bodyPr>
          <a:p>
            <a:pPr indent="0" defTabSz="914400">
              <a:lnSpc>
                <a:spcPts val="5000"/>
              </a:lnSpc>
              <a:spcAft>
                <a:spcPts val="1800"/>
              </a:spcAft>
              <a:buNone/>
              <a:tabLst>
                <a:tab algn="l" pos="0"/>
              </a:tabLst>
            </a:pPr>
            <a:r>
              <a:rPr b="1" lang="en-US" sz="5000" strike="noStrike" u="none" cap="all">
                <a:solidFill>
                  <a:schemeClr val="dk1"/>
                </a:solidFill>
                <a:effectLst/>
                <a:uFillTx/>
                <a:latin typeface="Calibri"/>
                <a:ea typeface="Arial"/>
              </a:rPr>
              <a:t>Thank you</a:t>
            </a:r>
            <a:endParaRPr b="0" lang="en-US" sz="5000" strike="noStrike" u="none">
              <a:solidFill>
                <a:srgbClr val="000000"/>
              </a:solidFill>
              <a:effectLst/>
              <a:uFillTx/>
              <a:latin typeface="Arial"/>
            </a:endParaRPr>
          </a:p>
          <a:p>
            <a:pPr indent="0" defTabSz="914400">
              <a:lnSpc>
                <a:spcPts val="2001"/>
              </a:lnSpc>
              <a:buNone/>
              <a:tabLst>
                <a:tab algn="l" pos="0"/>
              </a:tabLst>
            </a:pPr>
            <a:r>
              <a:rPr b="0" lang="en-US" sz="2000" strike="noStrike" u="none">
                <a:solidFill>
                  <a:schemeClr val="dk1"/>
                </a:solidFill>
                <a:effectLst/>
                <a:uFillTx/>
                <a:latin typeface="Calibri"/>
                <a:ea typeface="Arial"/>
              </a:rPr>
              <a:t>Robert Heyer</a:t>
            </a:r>
            <a:endParaRPr b="0" lang="en-US" sz="2000" strike="noStrike" u="none">
              <a:solidFill>
                <a:srgbClr val="000000"/>
              </a:solidFill>
              <a:effectLst/>
              <a:uFillTx/>
              <a:latin typeface="Arial"/>
            </a:endParaRPr>
          </a:p>
        </p:txBody>
      </p:sp>
      <p:pic>
        <p:nvPicPr>
          <p:cNvPr id="655" name="Picture 2" descr="WinDo: Leibniz-Institut für Analytische Wissenschaften – ISAS – e. V."/>
          <p:cNvPicPr/>
          <p:nvPr/>
        </p:nvPicPr>
        <p:blipFill>
          <a:blip r:embed="rId1"/>
          <a:stretch/>
        </p:blipFill>
        <p:spPr>
          <a:xfrm>
            <a:off x="5362560" y="946080"/>
            <a:ext cx="6456960" cy="31680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ISAS">
      <a:dk1>
        <a:srgbClr val="000000"/>
      </a:dk1>
      <a:lt1>
        <a:srgbClr val="ffffff"/>
      </a:lt1>
      <a:dk2>
        <a:srgbClr val="000000"/>
      </a:dk2>
      <a:lt2>
        <a:srgbClr val="e7e6e6"/>
      </a:lt2>
      <a:accent1>
        <a:srgbClr val="eb5a46"/>
      </a:accent1>
      <a:accent2>
        <a:srgbClr val="ffdc00"/>
      </a:accent2>
      <a:accent3>
        <a:srgbClr val="a0c85f"/>
      </a:accent3>
      <a:accent4>
        <a:srgbClr val="82cde6"/>
      </a:accent4>
      <a:accent5>
        <a:srgbClr val="000000"/>
      </a:accent5>
      <a:accent6>
        <a:srgbClr val="000000"/>
      </a:accent6>
      <a:hlink>
        <a:srgbClr val="000000"/>
      </a:hlink>
      <a:folHlink>
        <a:srgbClr val="8c8c8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isas-ppt-master-breitbild-02-en</Template>
  <TotalTime>7601</TotalTime>
  <Application>LibreOffice/25.2.3.2$Linux_X86_64 LibreOffice_project/520$Build-2</Application>
  <AppVersion>15.0000</AppVersion>
  <Company>ISAS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2022-05-04T06:06:43Z</dcterms:created>
  <dc:creator>Heyer, Dr. Robert Steven</dc:creator>
  <dc:description/>
  <dc:language>en-US</dc:language>
  <cp:lastModifiedBy/>
  <dcterms:modified xsi:type="dcterms:W3CDTF">2026-07-02T15:35:41Z</dcterms:modified>
  <cp:revision>477</cp:revision>
  <dc:subject/>
  <dc:title>PowerPoint-Präsentation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25</vt:r8>
  </property>
  <property fmtid="{D5CDD505-2E9C-101B-9397-08002B2CF9AE}" pid="3" name="PresentationFormat">
    <vt:lpwstr>Breitbild</vt:lpwstr>
  </property>
  <property fmtid="{D5CDD505-2E9C-101B-9397-08002B2CF9AE}" pid="4" name="Slides">
    <vt:r8>46</vt:r8>
  </property>
</Properties>
</file>