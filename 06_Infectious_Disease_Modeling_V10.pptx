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3.jpeg" ContentType="image/jpeg"/>
  <Override PartName="/ppt/media/image21.png" ContentType="image/png"/>
  <Override PartName="/ppt/media/image19.png" ContentType="image/png"/>
  <Override PartName="/ppt/media/image11.png" ContentType="image/png"/>
  <Override PartName="/ppt/media/image2.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 id="2147483650" r:id="rId4"/>
    <p:sldMasterId id="2147483651" r:id="rId5"/>
    <p:sldMasterId id="2147483652" r:id="rId6"/>
    <p:sldMasterId id="2147483654" r:id="rId7"/>
    <p:sldMasterId id="2147483656" r:id="rId8"/>
    <p:sldMasterId id="2147483658" r:id="rId9"/>
    <p:sldMasterId id="2147483660" r:id="rId10"/>
    <p:sldMasterId id="2147483662" r:id="rId11"/>
    <p:sldMasterId id="2147483663" r:id="rId12"/>
    <p:sldMasterId id="2147483664" r:id="rId13"/>
    <p:sldMasterId id="2147483665" r:id="rId14"/>
    <p:sldMasterId id="2147483666"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0" y="812520"/>
            <a:ext cx="360" cy="360"/>
          </a:xfrm>
          <a:prstGeom prst="rect">
            <a:avLst/>
          </a:prstGeom>
          <a:noFill/>
          <a:ln w="0">
            <a:noFill/>
          </a:ln>
        </p:spPr>
        <p:txBody>
          <a:bodyPr lIns="0" rIns="0" tIns="0" bIns="0" anchor="ctr">
            <a:noAutofit/>
          </a:bodyPr>
          <a:p>
            <a:r>
              <a:rPr b="0" lang="de-DE" sz="1800" strike="noStrike" u="none">
                <a:solidFill>
                  <a:schemeClr val="dk1"/>
                </a:solidFill>
                <a:effectLst/>
                <a:uFillTx/>
                <a:latin typeface="Calibri"/>
              </a:rPr>
              <a:t>Click to move the slide</a:t>
            </a:r>
            <a:endParaRPr b="0" lang="de-DE" sz="1800" strike="noStrike" u="none">
              <a:solidFill>
                <a:schemeClr val="dk1"/>
              </a:solidFill>
              <a:effectLst/>
              <a:uFillTx/>
              <a:latin typeface="Calibri"/>
            </a:endParaRPr>
          </a:p>
        </p:txBody>
      </p:sp>
      <p:sp>
        <p:nvSpPr>
          <p:cNvPr id="14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4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45"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46"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7"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D26FA248-9874-44FC-9B38-0B252485138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43"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1C0BFCB6-9AC6-47EB-8508-57C9BC750A3A}"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4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146E406A-AFEC-41EE-AD51-142F27FE3F72}"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4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C44A103B-B15C-4241-92AB-09AE7F5B4F41}"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5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68D7F8AB-7018-49E8-A49D-4331E8F26A07}"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5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FFC0B337-5E11-44C4-95F8-596421D126D2}"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5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D2590213-608E-4445-BFAF-CCB7AF5064A6}"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685800" y="1143000"/>
            <a:ext cx="5486040" cy="3085920"/>
          </a:xfrm>
          <a:prstGeom prst="rect">
            <a:avLst/>
          </a:prstGeom>
          <a:ln w="0">
            <a:noFill/>
          </a:ln>
        </p:spPr>
      </p:sp>
      <p:sp>
        <p:nvSpPr>
          <p:cNvPr id="2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6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EF10746C-4D36-4EA5-8888-C937DCEBCE2F}"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6040" cy="308592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6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de-DE" sz="1200" strike="noStrike" u="none">
                <a:solidFill>
                  <a:schemeClr val="dk1"/>
                </a:solidFill>
                <a:effectLst/>
                <a:uFillTx/>
                <a:latin typeface="+mn-lt"/>
                <a:ea typeface="+mn-ea"/>
              </a:defRPr>
            </a:lvl1pPr>
          </a:lstStyle>
          <a:p>
            <a:pPr indent="0" algn="r" defTabSz="914400">
              <a:lnSpc>
                <a:spcPct val="100000"/>
              </a:lnSpc>
              <a:buNone/>
            </a:pPr>
            <a:fld id="{409D3C83-03A0-4CDE-A5BA-DB758BFCBB09}" type="slidenum">
              <a:rPr b="0" lang="de-DE"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d">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buNone/>
            </a:pPr>
            <a:endParaRPr b="0" lang="de-DE" sz="1800" strike="noStrike" u="none">
              <a:solidFill>
                <a:schemeClr val="dk1"/>
              </a:solidFill>
              <a:effectLst/>
              <a:uFillTx/>
              <a:latin typeface="Calibri"/>
            </a:endParaRPr>
          </a:p>
        </p:txBody>
      </p:sp>
      <p:sp>
        <p:nvSpPr>
          <p:cNvPr id="66" name="PlaceHolder 2"/>
          <p:cNvSpPr>
            <a:spLocks noGrp="1"/>
          </p:cNvSpPr>
          <p:nvPr>
            <p:ph type="subTitle"/>
          </p:nvPr>
        </p:nvSpPr>
        <p:spPr>
          <a:xfrm>
            <a:off x="998640" y="2232000"/>
            <a:ext cx="7705080" cy="205632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1 column">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5.png"/>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mailto:info@isas.de" TargetMode="External"/><Relationship Id="rId5" Type="http://schemas.openxmlformats.org/officeDocument/2006/relationships/hyperlink" Target="http://www.isas.de/" TargetMode="External"/><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2.png"/><Relationship Id="rId10" Type="http://schemas.openxmlformats.org/officeDocument/2006/relationships/slideLayout" Target="../slideLayouts/slideLayout1.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slideLayout" Target="../slideLayouts/slideLayout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slideLayout" Target="../slideLayouts/slideLayout3.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slideLayout" Target="../slideLayouts/slideLayout4.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Relationship Id="rId6" Type="http://schemas.openxmlformats.org/officeDocument/2006/relationships/slideLayout" Target="../slideLayouts/slideLayout5.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6.png"/><Relationship Id="rId6"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Datumsplatzhalter 2" hidden="1"/>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36A1EFE4-6127-4C4D-9940-430B25215FEF}"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 name="Grafik 9" descr=""/>
          <p:cNvPicPr/>
          <p:nvPr/>
        </p:nvPicPr>
        <p:blipFill>
          <a:blip r:embed="rId2"/>
          <a:stretch/>
        </p:blipFill>
        <p:spPr>
          <a:xfrm>
            <a:off x="417600" y="6228000"/>
            <a:ext cx="542160" cy="432360"/>
          </a:xfrm>
          <a:prstGeom prst="rect">
            <a:avLst/>
          </a:prstGeom>
          <a:noFill/>
          <a:ln w="0">
            <a:noFill/>
          </a:ln>
        </p:spPr>
      </p:pic>
      <p:sp>
        <p:nvSpPr>
          <p:cNvPr id="2" name="Textfeld 10" hidden="1"/>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 name="Grafik 12" descr=""/>
          <p:cNvPicPr/>
          <p:nvPr/>
        </p:nvPicPr>
        <p:blipFill>
          <a:blip r:embed="rId3"/>
          <a:stretch/>
        </p:blipFill>
        <p:spPr>
          <a:xfrm>
            <a:off x="11197440" y="6224760"/>
            <a:ext cx="562320" cy="464040"/>
          </a:xfrm>
          <a:prstGeom prst="rect">
            <a:avLst/>
          </a:prstGeom>
          <a:noFill/>
          <a:ln w="0">
            <a:noFill/>
          </a:ln>
        </p:spPr>
      </p:pic>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DF0FD298-65E2-429C-B415-F7E4DF495D78}" type="slidenum">
              <a:rPr b="1" lang="en-US" sz="900" strike="noStrike" u="none">
                <a:solidFill>
                  <a:schemeClr val="dk1"/>
                </a:solidFill>
                <a:effectLst/>
                <a:uFillTx/>
                <a:latin typeface="Calibri"/>
                <a:ea typeface="Arial"/>
              </a:rPr>
              <a:t>&lt;number&gt;</a:t>
            </a:fld>
            <a:endParaRPr b="0" lang="en-US" sz="900" strike="noStrike" u="none">
              <a:solidFill>
                <a:srgbClr val="ffffff"/>
              </a:solidFill>
              <a:effectLst/>
              <a:uFillTx/>
              <a:latin typeface="Arial"/>
            </a:endParaRPr>
          </a:p>
        </p:txBody>
      </p:sp>
      <p:pic>
        <p:nvPicPr>
          <p:cNvPr id="5" name="Grafik 9" descr=""/>
          <p:cNvPicPr/>
          <p:nvPr/>
        </p:nvPicPr>
        <p:blipFill>
          <a:blip r:embed="rId2"/>
          <a:stretch/>
        </p:blipFill>
        <p:spPr>
          <a:xfrm>
            <a:off x="417600" y="6228000"/>
            <a:ext cx="542160" cy="432360"/>
          </a:xfrm>
          <a:prstGeom prst="rect">
            <a:avLst/>
          </a:prstGeom>
          <a:noFill/>
          <a:ln w="0">
            <a:noFill/>
          </a:ln>
        </p:spPr>
      </p:pic>
      <p:sp>
        <p:nvSpPr>
          <p:cNvPr id="6"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ffffff"/>
              </a:solidFill>
              <a:effectLst/>
              <a:uFillTx/>
              <a:latin typeface="Arial"/>
            </a:endParaRPr>
          </a:p>
        </p:txBody>
      </p:sp>
      <p:pic>
        <p:nvPicPr>
          <p:cNvPr id="7" name="Grafik 12" descr=""/>
          <p:cNvPicPr/>
          <p:nvPr/>
        </p:nvPicPr>
        <p:blipFill>
          <a:blip r:embed="rId3"/>
          <a:stretch/>
        </p:blipFill>
        <p:spPr>
          <a:xfrm>
            <a:off x="11197440" y="6224760"/>
            <a:ext cx="562320" cy="464040"/>
          </a:xfrm>
          <a:prstGeom prst="rect">
            <a:avLst/>
          </a:prstGeom>
          <a:noFill/>
          <a:ln w="0">
            <a:noFill/>
          </a:ln>
        </p:spPr>
      </p:pic>
      <p:sp>
        <p:nvSpPr>
          <p:cNvPr id="8" name="PlaceHolder 1"/>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lt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9" name="Grafik 7" descr=""/>
          <p:cNvPicPr/>
          <p:nvPr/>
        </p:nvPicPr>
        <p:blipFill>
          <a:blip r:embed="rId4"/>
          <a:stretch/>
        </p:blipFill>
        <p:spPr>
          <a:xfrm>
            <a:off x="997200" y="496800"/>
            <a:ext cx="10272600" cy="36360"/>
          </a:xfrm>
          <a:prstGeom prst="rect">
            <a:avLst/>
          </a:prstGeom>
          <a:noFill/>
          <a:ln w="0">
            <a:noFill/>
          </a:ln>
        </p:spPr>
      </p:pic>
      <p:pic>
        <p:nvPicPr>
          <p:cNvPr id="10" name="Grafik 8" descr=""/>
          <p:cNvPicPr/>
          <p:nvPr/>
        </p:nvPicPr>
        <p:blipFill>
          <a:blip r:embed="rId5"/>
          <a:stretch/>
        </p:blipFill>
        <p:spPr>
          <a:xfrm>
            <a:off x="417600" y="6228000"/>
            <a:ext cx="542160" cy="432360"/>
          </a:xfrm>
          <a:prstGeom prst="rect">
            <a:avLst/>
          </a:prstGeom>
          <a:noFill/>
          <a:ln w="0">
            <a:noFill/>
          </a:ln>
        </p:spPr>
      </p:pic>
      <p:sp>
        <p:nvSpPr>
          <p:cNvPr id="11" name="PlaceHolder 2"/>
          <p:cNvSpPr>
            <a:spLocks noGrp="1"/>
          </p:cNvSpPr>
          <p:nvPr>
            <p:ph type="dt" idx="1"/>
          </p:nvPr>
        </p:nvSpPr>
        <p:spPr>
          <a:xfrm>
            <a:off x="3420000" y="6477480"/>
            <a:ext cx="539640" cy="213840"/>
          </a:xfrm>
          <a:prstGeom prst="rect">
            <a:avLst/>
          </a:prstGeom>
          <a:noFill/>
          <a:ln w="0">
            <a:noFill/>
          </a:ln>
        </p:spPr>
        <p:txBody>
          <a:bodyPr lIns="0" rIns="0" tIns="0" bIns="0" anchor="t">
            <a:spAutoFit/>
          </a:bodyPr>
          <a:lstStyle>
            <a:lvl1pPr indent="0">
              <a:buNone/>
              <a:defRPr b="0" lang="en-US" sz="1400" strike="noStrike" u="none">
                <a:solidFill>
                  <a:srgbClr val="ffffff"/>
                </a:solidFill>
                <a:effectLst/>
                <a:uFillTx/>
                <a:latin typeface="Times New Roman"/>
              </a:defRPr>
            </a:lvl1pPr>
          </a:lstStyle>
          <a:p>
            <a:pPr indent="0">
              <a:buNone/>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12" name="PlaceHolder 3"/>
          <p:cNvSpPr>
            <a:spLocks noGrp="1"/>
          </p:cNvSpPr>
          <p:nvPr>
            <p:ph type="ftr" idx="2"/>
          </p:nvPr>
        </p:nvSpPr>
        <p:spPr>
          <a:xfrm>
            <a:off x="4320000" y="6477480"/>
            <a:ext cx="889200" cy="213840"/>
          </a:xfrm>
          <a:prstGeom prst="rect">
            <a:avLst/>
          </a:prstGeom>
          <a:noFill/>
          <a:ln w="0">
            <a:noFill/>
          </a:ln>
        </p:spPr>
        <p:txBody>
          <a:bodyPr lIns="0" rIns="0" tIns="0" bIns="0" anchor="t">
            <a:sp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3"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15E504B2-ECA5-4D95-AAE0-DD28BD43DC7E}" type="slidenum">
              <a:rPr b="1" lang="en-US" sz="700" strike="noStrike" u="none">
                <a:solidFill>
                  <a:schemeClr val="lt1"/>
                </a:solidFill>
                <a:effectLst/>
                <a:uFillTx/>
                <a:latin typeface="Calibri"/>
                <a:ea typeface="Arial"/>
              </a:rPr>
              <a:t>&lt;number&gt;</a:t>
            </a:fld>
            <a:endParaRPr b="0" lang="en-US" sz="700" strike="noStrike" u="none">
              <a:solidFill>
                <a:srgbClr val="ffffff"/>
              </a:solidFill>
              <a:effectLst/>
              <a:uFillTx/>
              <a:latin typeface="Arial"/>
            </a:endParaRPr>
          </a:p>
        </p:txBody>
      </p:sp>
      <p:sp>
        <p:nvSpPr>
          <p:cNvPr id="14" name="Textfeld 22"/>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lt1"/>
                </a:solidFill>
                <a:effectLst/>
                <a:uFillTx/>
                <a:latin typeface="Calibri"/>
                <a:ea typeface="Arial"/>
              </a:rPr>
              <a:t>Leibniz-Institut für Analytische Wissenschaften – ISAS – e.V.</a:t>
            </a:r>
            <a:endParaRPr b="0" lang="en-US" sz="700" strike="noStrike" u="none">
              <a:solidFill>
                <a:srgbClr val="ffffff"/>
              </a:solidFill>
              <a:effectLst/>
              <a:uFillTx/>
              <a:latin typeface="Arial"/>
            </a:endParaRPr>
          </a:p>
        </p:txBody>
      </p:sp>
      <p:sp>
        <p:nvSpPr>
          <p:cNvPr id="15" name="PlaceHolder 4"/>
          <p:cNvSpPr>
            <a:spLocks noGrp="1"/>
          </p:cNvSpPr>
          <p:nvPr>
            <p:ph type="body"/>
          </p:nvPr>
        </p:nvSpPr>
        <p:spPr>
          <a:xfrm>
            <a:off x="997200" y="1619280"/>
            <a:ext cx="10714680" cy="4320720"/>
          </a:xfrm>
          <a:prstGeom prst="rect">
            <a:avLst/>
          </a:prstGeom>
          <a:noFill/>
          <a:ln w="0">
            <a:noFill/>
          </a:ln>
        </p:spPr>
        <p:txBody>
          <a:bodyPr lIns="90000" rIns="90000" tIns="45000" bIns="45000" anchor="t">
            <a:noAutofit/>
          </a:bodyPr>
          <a:p>
            <a:pPr marL="432000" indent="-324000" defTabSz="914400">
              <a:lnSpc>
                <a:spcPct val="100000"/>
              </a:lnSpc>
              <a:buClr>
                <a:srgbClr val="ffffff"/>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pic>
        <p:nvPicPr>
          <p:cNvPr id="16" name="Grafik 24" descr=""/>
          <p:cNvPicPr/>
          <p:nvPr/>
        </p:nvPicPr>
        <p:blipFill>
          <a:blip r:embed="rId6"/>
          <a:stretch/>
        </p:blipFill>
        <p:spPr>
          <a:xfrm>
            <a:off x="1447920" y="492840"/>
            <a:ext cx="10272600" cy="36360"/>
          </a:xfrm>
          <a:prstGeom prst="rect">
            <a:avLst/>
          </a:prstGeom>
          <a:noFill/>
          <a:ln w="0">
            <a:noFill/>
          </a:ln>
        </p:spPr>
      </p:pic>
      <p:pic>
        <p:nvPicPr>
          <p:cNvPr id="17" name="Grafik 11" descr=""/>
          <p:cNvPicPr/>
          <p:nvPr/>
        </p:nvPicPr>
        <p:blipFill>
          <a:blip r:embed="rId7"/>
          <a:stretch/>
        </p:blipFill>
        <p:spPr>
          <a:xfrm>
            <a:off x="11197440" y="6224760"/>
            <a:ext cx="562320" cy="464040"/>
          </a:xfrm>
          <a:prstGeom prst="rect">
            <a:avLst/>
          </a:prstGeom>
          <a:noFill/>
          <a:ln w="0">
            <a:noFill/>
          </a:ln>
        </p:spPr>
      </p:pic>
    </p:spTree>
  </p:cSld>
  <p:clrMap bg1="lt1" tx1="dk1" bg2="lt2"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289CD33A-E407-46C6-B045-78FA9D619414}"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9" name="Grafik 9" descr=""/>
          <p:cNvPicPr/>
          <p:nvPr/>
        </p:nvPicPr>
        <p:blipFill>
          <a:blip r:embed="rId2"/>
          <a:stretch/>
        </p:blipFill>
        <p:spPr>
          <a:xfrm>
            <a:off x="417600" y="6228000"/>
            <a:ext cx="542160" cy="432360"/>
          </a:xfrm>
          <a:prstGeom prst="rect">
            <a:avLst/>
          </a:prstGeom>
          <a:noFill/>
          <a:ln w="0">
            <a:noFill/>
          </a:ln>
        </p:spPr>
      </p:pic>
      <p:sp>
        <p:nvSpPr>
          <p:cNvPr id="20"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21" name="Grafik 12" descr=""/>
          <p:cNvPicPr/>
          <p:nvPr/>
        </p:nvPicPr>
        <p:blipFill>
          <a:blip r:embed="rId3"/>
          <a:stretch/>
        </p:blipFill>
        <p:spPr>
          <a:xfrm>
            <a:off x="11197440" y="6224760"/>
            <a:ext cx="562320" cy="464040"/>
          </a:xfrm>
          <a:prstGeom prst="rect">
            <a:avLst/>
          </a:prstGeom>
          <a:noFill/>
          <a:ln w="0">
            <a:noFill/>
          </a:ln>
        </p:spPr>
      </p:pic>
      <p:sp>
        <p:nvSpPr>
          <p:cNvPr id="22" name="PlaceHolder 1"/>
          <p:cNvSpPr>
            <a:spLocks noGrp="1"/>
          </p:cNvSpPr>
          <p:nvPr>
            <p:ph type="body"/>
          </p:nvPr>
        </p:nvSpPr>
        <p:spPr>
          <a:xfrm>
            <a:off x="997200" y="1619280"/>
            <a:ext cx="5218560" cy="215964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23" name="PlaceHolder 2"/>
          <p:cNvSpPr>
            <a:spLocks noGrp="1"/>
          </p:cNvSpPr>
          <p:nvPr>
            <p:ph type="body"/>
          </p:nvPr>
        </p:nvSpPr>
        <p:spPr>
          <a:xfrm>
            <a:off x="6492240" y="1619280"/>
            <a:ext cx="5219640" cy="2159640"/>
          </a:xfrm>
          <a:prstGeom prst="rect">
            <a:avLst/>
          </a:prstGeom>
          <a:noFill/>
          <a:ln w="0">
            <a:noFill/>
          </a:ln>
        </p:spPr>
        <p:txBody>
          <a:bodyPr lIns="90000" rIns="90000" tIns="45000" bIns="45000" anchor="t">
            <a:noAutofit/>
          </a:bodyPr>
          <a:p>
            <a:pPr indent="0" defTabSz="914400">
              <a:lnSpc>
                <a:spcPct val="100000"/>
              </a:lnSpc>
              <a:buNone/>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24" name="PlaceHolder 3"/>
          <p:cNvSpPr>
            <a:spLocks noGrp="1"/>
          </p:cNvSpPr>
          <p:nvPr>
            <p:ph type="body"/>
          </p:nvPr>
        </p:nvSpPr>
        <p:spPr>
          <a:xfrm>
            <a:off x="997200" y="3960000"/>
            <a:ext cx="5218560" cy="2159640"/>
          </a:xfrm>
          <a:prstGeom prst="rect">
            <a:avLst/>
          </a:prstGeom>
          <a:noFill/>
          <a:ln w="0">
            <a:noFill/>
          </a:ln>
        </p:spPr>
        <p:txBody>
          <a:bodyPr lIns="90000" rIns="90000" tIns="45000" bIns="45000" anchor="t">
            <a:noAutofit/>
          </a:bodyPr>
          <a:p>
            <a:pPr indent="0" defTabSz="914400">
              <a:lnSpc>
                <a:spcPct val="100000"/>
              </a:lnSpc>
              <a:buNone/>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25" name="PlaceHolder 4"/>
          <p:cNvSpPr>
            <a:spLocks noGrp="1"/>
          </p:cNvSpPr>
          <p:nvPr>
            <p:ph type="body"/>
          </p:nvPr>
        </p:nvSpPr>
        <p:spPr>
          <a:xfrm>
            <a:off x="6492240" y="3960000"/>
            <a:ext cx="5219640" cy="2159640"/>
          </a:xfrm>
          <a:prstGeom prst="rect">
            <a:avLst/>
          </a:prstGeom>
          <a:noFill/>
          <a:ln w="0">
            <a:noFill/>
          </a:ln>
        </p:spPr>
        <p:txBody>
          <a:bodyPr lIns="90000" rIns="90000" tIns="45000" bIns="45000" anchor="t">
            <a:noAutofit/>
          </a:bodyPr>
          <a:p>
            <a:pPr indent="0" defTabSz="914400">
              <a:lnSpc>
                <a:spcPct val="100000"/>
              </a:lnSpc>
              <a:buNone/>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26" name="PlaceHolder 5"/>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27" name="Grafik 15" descr=""/>
          <p:cNvPicPr/>
          <p:nvPr/>
        </p:nvPicPr>
        <p:blipFill>
          <a:blip r:embed="rId4"/>
          <a:stretch/>
        </p:blipFill>
        <p:spPr>
          <a:xfrm>
            <a:off x="997200" y="496800"/>
            <a:ext cx="7704360" cy="36360"/>
          </a:xfrm>
          <a:prstGeom prst="rect">
            <a:avLst/>
          </a:prstGeom>
          <a:noFill/>
          <a:ln w="0">
            <a:noFill/>
          </a:ln>
        </p:spPr>
      </p:pic>
      <p:pic>
        <p:nvPicPr>
          <p:cNvPr id="28" name="Grafik 17" descr=""/>
          <p:cNvPicPr/>
          <p:nvPr/>
        </p:nvPicPr>
        <p:blipFill>
          <a:blip r:embed="rId5"/>
          <a:stretch/>
        </p:blipFill>
        <p:spPr>
          <a:xfrm>
            <a:off x="4007520" y="496800"/>
            <a:ext cx="7704360" cy="36360"/>
          </a:xfrm>
          <a:prstGeom prst="rect">
            <a:avLst/>
          </a:prstGeom>
          <a:noFill/>
          <a:ln w="0">
            <a:noFill/>
          </a:ln>
        </p:spPr>
      </p:pic>
      <p:sp>
        <p:nvSpPr>
          <p:cNvPr id="29" name="Rechteck 10"/>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106B221A-F965-49FF-856B-93648280DCB7}"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31" name="Grafik 9" descr=""/>
          <p:cNvPicPr/>
          <p:nvPr/>
        </p:nvPicPr>
        <p:blipFill>
          <a:blip r:embed="rId2"/>
          <a:stretch/>
        </p:blipFill>
        <p:spPr>
          <a:xfrm>
            <a:off x="417600" y="6228000"/>
            <a:ext cx="542160" cy="432360"/>
          </a:xfrm>
          <a:prstGeom prst="rect">
            <a:avLst/>
          </a:prstGeom>
          <a:noFill/>
          <a:ln w="0">
            <a:noFill/>
          </a:ln>
        </p:spPr>
      </p:pic>
      <p:sp>
        <p:nvSpPr>
          <p:cNvPr id="32"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3" name="Grafik 12" descr=""/>
          <p:cNvPicPr/>
          <p:nvPr/>
        </p:nvPicPr>
        <p:blipFill>
          <a:blip r:embed="rId3"/>
          <a:stretch/>
        </p:blipFill>
        <p:spPr>
          <a:xfrm>
            <a:off x="11197440" y="6224760"/>
            <a:ext cx="562320" cy="464040"/>
          </a:xfrm>
          <a:prstGeom prst="rect">
            <a:avLst/>
          </a:prstGeom>
          <a:noFill/>
          <a:ln w="0">
            <a:noFill/>
          </a:ln>
        </p:spPr>
      </p:pic>
      <p:sp>
        <p:nvSpPr>
          <p:cNvPr id="34" name="PlaceHolder 1"/>
          <p:cNvSpPr>
            <a:spLocks noGrp="1"/>
          </p:cNvSpPr>
          <p:nvPr>
            <p:ph type="body"/>
          </p:nvPr>
        </p:nvSpPr>
        <p:spPr>
          <a:xfrm>
            <a:off x="997200" y="1619280"/>
            <a:ext cx="3419640" cy="377964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35" name="PlaceHolder 2"/>
          <p:cNvSpPr>
            <a:spLocks noGrp="1"/>
          </p:cNvSpPr>
          <p:nvPr>
            <p:ph type="body"/>
          </p:nvPr>
        </p:nvSpPr>
        <p:spPr>
          <a:xfrm>
            <a:off x="997200" y="5593320"/>
            <a:ext cx="3419640" cy="3176280"/>
          </a:xfrm>
          <a:prstGeom prst="rect">
            <a:avLst/>
          </a:prstGeom>
          <a:noFill/>
          <a:ln w="0">
            <a:noFill/>
          </a:ln>
        </p:spPr>
        <p:txBody>
          <a:bodyPr lIns="0" rIns="0" tIns="0" bIns="0" anchor="t">
            <a:spAutoFit/>
          </a:bodyPr>
          <a:p>
            <a:pPr indent="0" defTabSz="914400">
              <a:lnSpc>
                <a:spcPts val="1400"/>
              </a:lnSpc>
              <a:buNone/>
              <a:tabLst>
                <a:tab algn="l" pos="0"/>
              </a:tabLst>
            </a:pPr>
            <a:r>
              <a:rPr b="1" lang="en-US" sz="1200" strike="noStrike" u="none">
                <a:solidFill>
                  <a:schemeClr val="dk1"/>
                </a:solidFill>
                <a:effectLst/>
                <a:uFillTx/>
                <a:latin typeface="Calibri"/>
                <a:ea typeface="Arial"/>
              </a:rPr>
              <a:t>Short image desciption</a:t>
            </a:r>
            <a:endParaRPr b="0" lang="de-DE" sz="1200" strike="noStrike" u="none">
              <a:solidFill>
                <a:schemeClr val="dk1"/>
              </a:solidFill>
              <a:effectLst/>
              <a:uFillTx/>
              <a:latin typeface="Calibri"/>
            </a:endParaRPr>
          </a:p>
        </p:txBody>
      </p:sp>
      <p:sp>
        <p:nvSpPr>
          <p:cNvPr id="36" name="PlaceHolder 3"/>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37" name="Grafik 19" descr=""/>
          <p:cNvPicPr/>
          <p:nvPr/>
        </p:nvPicPr>
        <p:blipFill>
          <a:blip r:embed="rId4"/>
          <a:stretch/>
        </p:blipFill>
        <p:spPr>
          <a:xfrm>
            <a:off x="997200" y="496800"/>
            <a:ext cx="7704360" cy="36360"/>
          </a:xfrm>
          <a:prstGeom prst="rect">
            <a:avLst/>
          </a:prstGeom>
          <a:noFill/>
          <a:ln w="0">
            <a:noFill/>
          </a:ln>
        </p:spPr>
      </p:pic>
      <p:pic>
        <p:nvPicPr>
          <p:cNvPr id="38" name="Grafik 20" descr=""/>
          <p:cNvPicPr/>
          <p:nvPr/>
        </p:nvPicPr>
        <p:blipFill>
          <a:blip r:embed="rId5"/>
          <a:stretch/>
        </p:blipFill>
        <p:spPr>
          <a:xfrm>
            <a:off x="4007520" y="496800"/>
            <a:ext cx="7704360" cy="36360"/>
          </a:xfrm>
          <a:prstGeom prst="rect">
            <a:avLst/>
          </a:prstGeom>
          <a:noFill/>
          <a:ln w="0">
            <a:noFill/>
          </a:ln>
        </p:spPr>
      </p:pic>
      <p:sp>
        <p:nvSpPr>
          <p:cNvPr id="39" name="PlaceHolder 4"/>
          <p:cNvSpPr>
            <a:spLocks noGrp="1"/>
          </p:cNvSpPr>
          <p:nvPr>
            <p:ph type="body"/>
          </p:nvPr>
        </p:nvSpPr>
        <p:spPr>
          <a:xfrm>
            <a:off x="4651560" y="1619280"/>
            <a:ext cx="3419640" cy="3779640"/>
          </a:xfrm>
          <a:prstGeom prst="rect">
            <a:avLst/>
          </a:prstGeom>
          <a:noFill/>
          <a:ln w="0">
            <a:noFill/>
          </a:ln>
        </p:spPr>
        <p:txBody>
          <a:bodyPr lIns="90000" rIns="90000" tIns="45000" bIns="45000" anchor="t">
            <a:noAutofit/>
          </a:bodyPr>
          <a:p>
            <a:pPr indent="0" defTabSz="914400">
              <a:lnSpc>
                <a:spcPct val="100000"/>
              </a:lnSpc>
              <a:buNone/>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40" name="PlaceHolder 5"/>
          <p:cNvSpPr>
            <a:spLocks noGrp="1"/>
          </p:cNvSpPr>
          <p:nvPr>
            <p:ph type="body"/>
          </p:nvPr>
        </p:nvSpPr>
        <p:spPr>
          <a:xfrm>
            <a:off x="4651560" y="5593320"/>
            <a:ext cx="3419640" cy="3176280"/>
          </a:xfrm>
          <a:prstGeom prst="rect">
            <a:avLst/>
          </a:prstGeom>
          <a:noFill/>
          <a:ln w="0">
            <a:noFill/>
          </a:ln>
        </p:spPr>
        <p:txBody>
          <a:bodyPr lIns="0" rIns="0" tIns="0" bIns="0" anchor="t">
            <a:spAutoFit/>
          </a:bodyPr>
          <a:p>
            <a:pPr indent="0" defTabSz="914400">
              <a:lnSpc>
                <a:spcPts val="1400"/>
              </a:lnSpc>
              <a:buNone/>
              <a:tabLst>
                <a:tab algn="l" pos="0"/>
              </a:tabLst>
            </a:pPr>
            <a:r>
              <a:rPr b="1" lang="en-US" sz="1200" strike="noStrike" u="none">
                <a:solidFill>
                  <a:schemeClr val="dk1"/>
                </a:solidFill>
                <a:effectLst/>
                <a:uFillTx/>
                <a:latin typeface="Calibri"/>
                <a:ea typeface="Arial"/>
              </a:rPr>
              <a:t>Short image desciption</a:t>
            </a:r>
            <a:endParaRPr b="0" lang="de-DE" sz="1200" strike="noStrike" u="none">
              <a:solidFill>
                <a:schemeClr val="dk1"/>
              </a:solidFill>
              <a:effectLst/>
              <a:uFillTx/>
              <a:latin typeface="Calibri"/>
            </a:endParaRPr>
          </a:p>
        </p:txBody>
      </p:sp>
      <p:sp>
        <p:nvSpPr>
          <p:cNvPr id="41" name="PlaceHolder 6"/>
          <p:cNvSpPr>
            <a:spLocks noGrp="1"/>
          </p:cNvSpPr>
          <p:nvPr>
            <p:ph type="body"/>
          </p:nvPr>
        </p:nvSpPr>
        <p:spPr>
          <a:xfrm>
            <a:off x="8292240" y="1619280"/>
            <a:ext cx="3419640" cy="3779640"/>
          </a:xfrm>
          <a:prstGeom prst="rect">
            <a:avLst/>
          </a:prstGeom>
          <a:noFill/>
          <a:ln w="0">
            <a:noFill/>
          </a:ln>
        </p:spPr>
        <p:txBody>
          <a:bodyPr lIns="90000" rIns="90000" tIns="45000" bIns="45000" anchor="t">
            <a:noAutofit/>
          </a:bodyPr>
          <a:p>
            <a:pPr indent="0" defTabSz="914400">
              <a:lnSpc>
                <a:spcPct val="100000"/>
              </a:lnSpc>
              <a:buNone/>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42" name="PlaceHolder 7"/>
          <p:cNvSpPr>
            <a:spLocks noGrp="1"/>
          </p:cNvSpPr>
          <p:nvPr>
            <p:ph type="body"/>
          </p:nvPr>
        </p:nvSpPr>
        <p:spPr>
          <a:xfrm>
            <a:off x="8292240" y="5593320"/>
            <a:ext cx="3419640" cy="3176280"/>
          </a:xfrm>
          <a:prstGeom prst="rect">
            <a:avLst/>
          </a:prstGeom>
          <a:noFill/>
          <a:ln w="0">
            <a:noFill/>
          </a:ln>
        </p:spPr>
        <p:txBody>
          <a:bodyPr lIns="0" rIns="0" tIns="0" bIns="0" anchor="t">
            <a:spAutoFit/>
          </a:bodyPr>
          <a:p>
            <a:pPr indent="0" defTabSz="914400">
              <a:lnSpc>
                <a:spcPts val="1400"/>
              </a:lnSpc>
              <a:buNone/>
              <a:tabLst>
                <a:tab algn="l" pos="0"/>
              </a:tabLst>
            </a:pPr>
            <a:r>
              <a:rPr b="1" lang="en-US" sz="1200" strike="noStrike" u="none">
                <a:solidFill>
                  <a:schemeClr val="dk1"/>
                </a:solidFill>
                <a:effectLst/>
                <a:uFillTx/>
                <a:latin typeface="Calibri"/>
                <a:ea typeface="Arial"/>
              </a:rPr>
              <a:t>Short image desciption</a:t>
            </a:r>
            <a:endParaRPr b="0" lang="de-DE" sz="1200" strike="noStrike" u="none">
              <a:solidFill>
                <a:schemeClr val="dk1"/>
              </a:solidFill>
              <a:effectLst/>
              <a:uFillTx/>
              <a:latin typeface="Calibri"/>
            </a:endParaRPr>
          </a:p>
        </p:txBody>
      </p:sp>
      <p:sp>
        <p:nvSpPr>
          <p:cNvPr id="43" name="Rechteck 13"/>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Datumsplatzhalter 2" hidden="1"/>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CA9F8BC8-2F6A-41B0-81F5-67FEFD1B9257}"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45" name="Grafik 9" descr=""/>
          <p:cNvPicPr/>
          <p:nvPr/>
        </p:nvPicPr>
        <p:blipFill>
          <a:blip r:embed="rId2"/>
          <a:stretch/>
        </p:blipFill>
        <p:spPr>
          <a:xfrm>
            <a:off x="417600" y="6228000"/>
            <a:ext cx="542160" cy="432360"/>
          </a:xfrm>
          <a:prstGeom prst="rect">
            <a:avLst/>
          </a:prstGeom>
          <a:noFill/>
          <a:ln w="0">
            <a:noFill/>
          </a:ln>
        </p:spPr>
      </p:pic>
      <p:sp>
        <p:nvSpPr>
          <p:cNvPr id="46" name="Textfeld 10" hidden="1"/>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47" name="Grafik 12" descr=""/>
          <p:cNvPicPr/>
          <p:nvPr/>
        </p:nvPicPr>
        <p:blipFill>
          <a:blip r:embed="rId3"/>
          <a:stretch/>
        </p:blipFill>
        <p:spPr>
          <a:xfrm>
            <a:off x="11197440" y="6224760"/>
            <a:ext cx="562320" cy="464040"/>
          </a:xfrm>
          <a:prstGeom prst="rect">
            <a:avLst/>
          </a:prstGeom>
          <a:noFill/>
          <a:ln w="0">
            <a:noFill/>
          </a:ln>
        </p:spPr>
      </p:pic>
      <p:sp>
        <p:nvSpPr>
          <p:cNvPr id="48" name="Textfeld 8"/>
          <p:cNvSpPr/>
          <p:nvPr/>
        </p:nvSpPr>
        <p:spPr>
          <a:xfrm>
            <a:off x="2730600" y="4711320"/>
            <a:ext cx="5594400" cy="1321560"/>
          </a:xfrm>
          <a:prstGeom prst="rect">
            <a:avLst/>
          </a:prstGeom>
          <a:noFill/>
          <a:ln w="0">
            <a:noFill/>
          </a:ln>
        </p:spPr>
        <p:style>
          <a:lnRef idx="0"/>
          <a:fillRef idx="0"/>
          <a:effectRef idx="0"/>
          <a:fontRef idx="minor"/>
        </p:style>
        <p:txBody>
          <a:bodyPr lIns="0" rIns="0" tIns="0" bIns="0" anchor="t">
            <a:spAutoFit/>
          </a:bodyPr>
          <a:p>
            <a:pPr defTabSz="914400">
              <a:lnSpc>
                <a:spcPts val="1400"/>
              </a:lnSpc>
              <a:spcAft>
                <a:spcPts val="601"/>
              </a:spcAft>
            </a:pPr>
            <a:r>
              <a:rPr b="0" lang="de-DE" sz="1200" strike="noStrike" u="none">
                <a:solidFill>
                  <a:schemeClr val="dk1"/>
                </a:solidFill>
                <a:effectLst/>
                <a:uFillTx/>
                <a:latin typeface="Calibri"/>
                <a:ea typeface="Arial"/>
              </a:rPr>
              <a:t>Leibniz-Institut für Analytische Wissenschaften – ISAS – e.V.</a:t>
            </a:r>
            <a:br>
              <a:rPr sz="1200"/>
            </a:br>
            <a:r>
              <a:rPr b="0" lang="de-DE" sz="1200" strike="noStrike" u="none">
                <a:solidFill>
                  <a:schemeClr val="dk1"/>
                </a:solidFill>
                <a:effectLst/>
                <a:uFillTx/>
                <a:latin typeface="Calibri"/>
                <a:ea typeface="Arial"/>
              </a:rPr>
              <a:t>Bunsen-Kirchhoff-Straße 11</a:t>
            </a:r>
            <a:br>
              <a:rPr sz="1200"/>
            </a:br>
            <a:r>
              <a:rPr b="0" lang="de-DE" sz="1200" strike="noStrike" u="none">
                <a:solidFill>
                  <a:schemeClr val="dk1"/>
                </a:solidFill>
                <a:effectLst/>
                <a:uFillTx/>
                <a:latin typeface="Calibri"/>
                <a:ea typeface="Arial"/>
              </a:rPr>
              <a:t>44139 Dortmund</a:t>
            </a:r>
            <a:endParaRPr b="0" lang="en-US" sz="1200" strike="noStrike" u="none">
              <a:solidFill>
                <a:srgbClr val="000000"/>
              </a:solidFill>
              <a:effectLst/>
              <a:uFillTx/>
              <a:latin typeface="Arial"/>
            </a:endParaRPr>
          </a:p>
          <a:p>
            <a:pPr defTabSz="914400">
              <a:lnSpc>
                <a:spcPts val="1400"/>
              </a:lnSpc>
              <a:spcAft>
                <a:spcPts val="601"/>
              </a:spcAft>
            </a:pPr>
            <a:r>
              <a:rPr b="0" lang="de-DE" sz="1200" strike="noStrike" u="none">
                <a:solidFill>
                  <a:schemeClr val="dk1"/>
                </a:solidFill>
                <a:effectLst/>
                <a:uFillTx/>
                <a:latin typeface="Calibri"/>
                <a:ea typeface="Arial"/>
              </a:rPr>
              <a:t>T: +49 (0)231 1392-0</a:t>
            </a:r>
            <a:br>
              <a:rPr sz="1200"/>
            </a:br>
            <a:r>
              <a:rPr b="0" lang="de-DE" sz="1200" strike="noStrike" u="none">
                <a:solidFill>
                  <a:schemeClr val="dk1"/>
                </a:solidFill>
                <a:effectLst/>
                <a:uFillTx/>
                <a:latin typeface="Calibri"/>
                <a:ea typeface="Arial"/>
              </a:rPr>
              <a:t>F: +49 (0)231 1392-200</a:t>
            </a:r>
            <a:br>
              <a:rPr sz="1200"/>
            </a:br>
            <a:r>
              <a:rPr b="0" lang="de-DE" sz="1200" strike="noStrike" u="sng">
                <a:solidFill>
                  <a:schemeClr val="dk1"/>
                </a:solidFill>
                <a:effectLst/>
                <a:uFillTx/>
                <a:latin typeface="Calibri"/>
                <a:ea typeface="Arial"/>
                <a:hlinkClick r:id="rId4"/>
              </a:rPr>
              <a:t>info@isas.de</a:t>
            </a:r>
            <a:br>
              <a:rPr sz="1200"/>
            </a:br>
            <a:r>
              <a:rPr b="0" lang="de-DE" sz="1200" strike="noStrike" u="sng">
                <a:solidFill>
                  <a:schemeClr val="dk1"/>
                </a:solidFill>
                <a:effectLst/>
                <a:uFillTx/>
                <a:latin typeface="Calibri"/>
                <a:ea typeface="Arial"/>
                <a:hlinkClick r:id="rId5"/>
              </a:rPr>
              <a:t>www.isas.de</a:t>
            </a:r>
            <a:endParaRPr b="0" lang="en-US" sz="1200" strike="noStrike" u="none">
              <a:solidFill>
                <a:srgbClr val="000000"/>
              </a:solidFill>
              <a:effectLst/>
              <a:uFillTx/>
              <a:latin typeface="Arial"/>
            </a:endParaRPr>
          </a:p>
        </p:txBody>
      </p:sp>
      <p:sp>
        <p:nvSpPr>
          <p:cNvPr id="49" name="PlaceHolder 1"/>
          <p:cNvSpPr>
            <a:spLocks noGrp="1"/>
          </p:cNvSpPr>
          <p:nvPr>
            <p:ph type="body"/>
          </p:nvPr>
        </p:nvSpPr>
        <p:spPr>
          <a:xfrm>
            <a:off x="998640" y="2232000"/>
            <a:ext cx="7705080" cy="2056320"/>
          </a:xfrm>
          <a:prstGeom prst="rect">
            <a:avLst/>
          </a:prstGeom>
          <a:noFill/>
          <a:ln w="0">
            <a:noFill/>
          </a:ln>
        </p:spPr>
        <p:txBody>
          <a:bodyPr lIns="0" rIns="0" tIns="0" bIns="0" anchor="t">
            <a:noAutofit/>
          </a:bodyPr>
          <a:p>
            <a:pPr marL="432000" indent="-324000" defTabSz="914400">
              <a:lnSpc>
                <a:spcPts val="5000"/>
              </a:lnSpc>
              <a:spcAft>
                <a:spcPts val="1800"/>
              </a:spcAft>
              <a:buClr>
                <a:srgbClr val="000000"/>
              </a:buClr>
              <a:buSzPct val="45000"/>
              <a:buFont typeface="Wingdings" charset="2"/>
              <a:buChar char=""/>
              <a:tabLst>
                <a:tab algn="l" pos="0"/>
              </a:tabLst>
            </a:pPr>
            <a:r>
              <a:rPr b="1" lang="de-DE" sz="5000" strike="noStrike" u="none" cap="all">
                <a:solidFill>
                  <a:schemeClr val="dk1"/>
                </a:solidFill>
                <a:effectLst/>
                <a:uFillTx/>
                <a:latin typeface="Calibri"/>
                <a:ea typeface="Arial"/>
              </a:rPr>
              <a:t>Formatvorlagen des Textmasters bearbeiten</a:t>
            </a:r>
            <a:endParaRPr b="0" lang="de-DE" sz="5000" strike="noStrike" u="none">
              <a:solidFill>
                <a:schemeClr val="dk1"/>
              </a:solidFill>
              <a:effectLst/>
              <a:uFillTx/>
              <a:latin typeface="Calibri"/>
            </a:endParaRPr>
          </a:p>
          <a:p>
            <a:pPr lvl="1" marL="864000" indent="-324000" defTabSz="914400">
              <a:lnSpc>
                <a:spcPts val="1400"/>
              </a:lnSpc>
              <a:spcBef>
                <a:spcPts val="1134"/>
              </a:spcBef>
              <a:buClr>
                <a:srgbClr val="000000"/>
              </a:buClr>
              <a:buSzPct val="75000"/>
              <a:buFont typeface="Symbol" charset="2"/>
              <a:buChar char=""/>
              <a:tabLst>
                <a:tab algn="l" pos="0"/>
              </a:tabLst>
            </a:pPr>
            <a:r>
              <a:rPr b="0" lang="de-DE" sz="2000" strike="noStrike" u="none">
                <a:solidFill>
                  <a:schemeClr val="dk1"/>
                </a:solidFill>
                <a:effectLst/>
                <a:uFillTx/>
                <a:latin typeface="Calibri"/>
                <a:ea typeface="Arial"/>
              </a:rPr>
              <a:t>Zweite Ebene</a:t>
            </a:r>
            <a:endParaRPr b="0" lang="de-DE" sz="2000" strike="noStrike" u="none">
              <a:solidFill>
                <a:schemeClr val="dk1"/>
              </a:solidFill>
              <a:effectLst/>
              <a:uFillTx/>
              <a:latin typeface="Calibri"/>
            </a:endParaRPr>
          </a:p>
        </p:txBody>
      </p:sp>
      <p:pic>
        <p:nvPicPr>
          <p:cNvPr id="50" name="Grafik 7" descr=""/>
          <p:cNvPicPr/>
          <p:nvPr/>
        </p:nvPicPr>
        <p:blipFill>
          <a:blip r:embed="rId6"/>
          <a:stretch/>
        </p:blipFill>
        <p:spPr>
          <a:xfrm>
            <a:off x="998640" y="1764000"/>
            <a:ext cx="1724760" cy="72720"/>
          </a:xfrm>
          <a:prstGeom prst="rect">
            <a:avLst/>
          </a:prstGeom>
          <a:noFill/>
          <a:ln w="0">
            <a:noFill/>
          </a:ln>
        </p:spPr>
      </p:pic>
      <p:pic>
        <p:nvPicPr>
          <p:cNvPr id="51" name="Grafik 9" descr=""/>
          <p:cNvPicPr/>
          <p:nvPr/>
        </p:nvPicPr>
        <p:blipFill>
          <a:blip r:embed="rId7"/>
          <a:stretch/>
        </p:blipFill>
        <p:spPr>
          <a:xfrm>
            <a:off x="2730600" y="4428000"/>
            <a:ext cx="5973120" cy="72720"/>
          </a:xfrm>
          <a:prstGeom prst="rect">
            <a:avLst/>
          </a:prstGeom>
          <a:noFill/>
          <a:ln w="0">
            <a:noFill/>
          </a:ln>
        </p:spPr>
      </p:pic>
      <p:pic>
        <p:nvPicPr>
          <p:cNvPr id="52" name="Grafik 11" descr=""/>
          <p:cNvPicPr/>
          <p:nvPr/>
        </p:nvPicPr>
        <p:blipFill>
          <a:blip r:embed="rId8"/>
          <a:stretch/>
        </p:blipFill>
        <p:spPr>
          <a:xfrm>
            <a:off x="417600" y="6228000"/>
            <a:ext cx="1511280" cy="432360"/>
          </a:xfrm>
          <a:prstGeom prst="rect">
            <a:avLst/>
          </a:prstGeom>
          <a:noFill/>
          <a:ln w="0">
            <a:noFill/>
          </a:ln>
        </p:spPr>
      </p:pic>
      <p:pic>
        <p:nvPicPr>
          <p:cNvPr id="53" name="Grafik 13" descr=""/>
          <p:cNvPicPr/>
          <p:nvPr/>
        </p:nvPicPr>
        <p:blipFill>
          <a:blip r:embed="rId9"/>
          <a:stretch/>
        </p:blipFill>
        <p:spPr>
          <a:xfrm>
            <a:off x="11197440" y="6224760"/>
            <a:ext cx="562320" cy="464040"/>
          </a:xfrm>
          <a:prstGeom prst="rect">
            <a:avLst/>
          </a:prstGeom>
          <a:noFill/>
          <a:ln w="0">
            <a:noFill/>
          </a:ln>
        </p:spPr>
      </p:pic>
      <p:sp>
        <p:nvSpPr>
          <p:cNvPr id="54"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trike="noStrike" u="none">
                <a:solidFill>
                  <a:schemeClr val="dk1"/>
                </a:solidFill>
                <a:effectLst/>
                <a:uFillTx/>
                <a:latin typeface="Calibri"/>
              </a:rPr>
              <a:t>Click to edit the title text format</a:t>
            </a:r>
            <a:endParaRPr b="0" lang="de-DE" sz="18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3" r:id="rId10"/>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Datumsplatzhalter 2" hidden="1"/>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B5C31D4B-37C3-418C-B3E0-63B6185B776E}"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56" name="Grafik 9" descr=""/>
          <p:cNvPicPr/>
          <p:nvPr/>
        </p:nvPicPr>
        <p:blipFill>
          <a:blip r:embed="rId2"/>
          <a:stretch/>
        </p:blipFill>
        <p:spPr>
          <a:xfrm>
            <a:off x="417600" y="6228000"/>
            <a:ext cx="542160" cy="432360"/>
          </a:xfrm>
          <a:prstGeom prst="rect">
            <a:avLst/>
          </a:prstGeom>
          <a:noFill/>
          <a:ln w="0">
            <a:noFill/>
          </a:ln>
        </p:spPr>
      </p:pic>
      <p:sp>
        <p:nvSpPr>
          <p:cNvPr id="57" name="Textfeld 10" hidden="1"/>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58" name="Grafik 12" descr=""/>
          <p:cNvPicPr/>
          <p:nvPr/>
        </p:nvPicPr>
        <p:blipFill>
          <a:blip r:embed="rId3"/>
          <a:stretch/>
        </p:blipFill>
        <p:spPr>
          <a:xfrm>
            <a:off x="11197440" y="6224760"/>
            <a:ext cx="562320" cy="464040"/>
          </a:xfrm>
          <a:prstGeom prst="rect">
            <a:avLst/>
          </a:prstGeom>
          <a:noFill/>
          <a:ln w="0">
            <a:noFill/>
          </a:ln>
        </p:spPr>
      </p:pic>
      <p:sp>
        <p:nvSpPr>
          <p:cNvPr id="59" name="PlaceHolder 1"/>
          <p:cNvSpPr>
            <a:spLocks noGrp="1"/>
          </p:cNvSpPr>
          <p:nvPr>
            <p:ph type="title"/>
          </p:nvPr>
        </p:nvSpPr>
        <p:spPr>
          <a:xfrm>
            <a:off x="1005480" y="2232000"/>
            <a:ext cx="7698240" cy="1799640"/>
          </a:xfrm>
          <a:prstGeom prst="rect">
            <a:avLst/>
          </a:prstGeom>
          <a:noFill/>
          <a:ln w="0">
            <a:noFill/>
          </a:ln>
        </p:spPr>
        <p:txBody>
          <a:bodyPr lIns="0" rIns="0" tIns="0" bIns="0" anchor="t">
            <a:noAutofit/>
          </a:bodyPr>
          <a:p>
            <a:pPr indent="0" defTabSz="914400">
              <a:lnSpc>
                <a:spcPts val="5000"/>
              </a:lnSpc>
              <a:buNone/>
            </a:pPr>
            <a:r>
              <a:rPr b="1" lang="de-DE" sz="5000" strike="noStrike" u="none" cap="all">
                <a:solidFill>
                  <a:schemeClr val="dk1"/>
                </a:solidFill>
                <a:effectLst/>
                <a:uFillTx/>
                <a:latin typeface="Calibri"/>
                <a:ea typeface="Arial"/>
              </a:rPr>
              <a:t>Titelmasterformat durch Klicken bearbeiten</a:t>
            </a:r>
            <a:endParaRPr b="0" lang="de-DE" sz="5000" strike="noStrike" u="none">
              <a:solidFill>
                <a:schemeClr val="dk1"/>
              </a:solidFill>
              <a:effectLst/>
              <a:uFillTx/>
              <a:latin typeface="Calibri"/>
            </a:endParaRPr>
          </a:p>
        </p:txBody>
      </p:sp>
      <p:pic>
        <p:nvPicPr>
          <p:cNvPr id="60" name="Grafik 9" descr=""/>
          <p:cNvPicPr/>
          <p:nvPr/>
        </p:nvPicPr>
        <p:blipFill>
          <a:blip r:embed="rId4"/>
          <a:stretch/>
        </p:blipFill>
        <p:spPr>
          <a:xfrm>
            <a:off x="998640" y="1764000"/>
            <a:ext cx="1724760" cy="72720"/>
          </a:xfrm>
          <a:prstGeom prst="rect">
            <a:avLst/>
          </a:prstGeom>
          <a:noFill/>
          <a:ln w="0">
            <a:noFill/>
          </a:ln>
        </p:spPr>
      </p:pic>
      <p:pic>
        <p:nvPicPr>
          <p:cNvPr id="61" name="Grafik 3" descr=""/>
          <p:cNvPicPr/>
          <p:nvPr/>
        </p:nvPicPr>
        <p:blipFill>
          <a:blip r:embed="rId5"/>
          <a:stretch/>
        </p:blipFill>
        <p:spPr>
          <a:xfrm>
            <a:off x="2730600" y="4428000"/>
            <a:ext cx="5973120" cy="72720"/>
          </a:xfrm>
          <a:prstGeom prst="rect">
            <a:avLst/>
          </a:prstGeom>
          <a:noFill/>
          <a:ln w="0">
            <a:noFill/>
          </a:ln>
        </p:spPr>
      </p:pic>
      <p:pic>
        <p:nvPicPr>
          <p:cNvPr id="62" name="Grafik 4" descr=""/>
          <p:cNvPicPr/>
          <p:nvPr/>
        </p:nvPicPr>
        <p:blipFill>
          <a:blip r:embed="rId6"/>
          <a:stretch/>
        </p:blipFill>
        <p:spPr>
          <a:xfrm>
            <a:off x="417600" y="6228000"/>
            <a:ext cx="1511280" cy="432360"/>
          </a:xfrm>
          <a:prstGeom prst="rect">
            <a:avLst/>
          </a:prstGeom>
          <a:noFill/>
          <a:ln w="0">
            <a:noFill/>
          </a:ln>
        </p:spPr>
      </p:pic>
      <p:pic>
        <p:nvPicPr>
          <p:cNvPr id="63" name="Grafik 7" descr=""/>
          <p:cNvPicPr/>
          <p:nvPr/>
        </p:nvPicPr>
        <p:blipFill>
          <a:blip r:embed="rId7"/>
          <a:stretch/>
        </p:blipFill>
        <p:spPr>
          <a:xfrm>
            <a:off x="11197440" y="6224760"/>
            <a:ext cx="562320" cy="464040"/>
          </a:xfrm>
          <a:prstGeom prst="rect">
            <a:avLst/>
          </a:prstGeom>
          <a:noFill/>
          <a:ln w="0">
            <a:noFill/>
          </a:ln>
        </p:spPr>
      </p:pic>
      <p:sp>
        <p:nvSpPr>
          <p:cNvPr id="6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ts val="2001"/>
              </a:lnSpc>
              <a:spcBef>
                <a:spcPts val="1417"/>
              </a:spcBef>
              <a:buClr>
                <a:srgbClr val="000000"/>
              </a:buClr>
              <a:buSzPct val="45000"/>
              <a:buFont typeface="Wingdings" charset="2"/>
              <a:buChar char=""/>
            </a:pPr>
            <a:r>
              <a:rPr b="0" lang="de-DE" sz="1600" strike="noStrike" u="none">
                <a:solidFill>
                  <a:schemeClr val="dk1"/>
                </a:solidFill>
                <a:effectLst/>
                <a:uFillTx/>
                <a:latin typeface="Calibri"/>
              </a:rPr>
              <a:t>Click to edit the outline text format</a:t>
            </a:r>
            <a:endParaRPr b="0" lang="de-DE" sz="1600" strike="noStrike" u="none">
              <a:solidFill>
                <a:schemeClr val="dk1"/>
              </a:solidFill>
              <a:effectLst/>
              <a:uFillTx/>
              <a:latin typeface="Calibri"/>
            </a:endParaRPr>
          </a:p>
          <a:p>
            <a:pPr lvl="1" marL="864000" indent="-324000">
              <a:lnSpc>
                <a:spcPts val="1400"/>
              </a:lnSpc>
              <a:spcBef>
                <a:spcPts val="1134"/>
              </a:spcBef>
              <a:buClr>
                <a:srgbClr val="000000"/>
              </a:buClr>
              <a:buSzPct val="75000"/>
              <a:buFont typeface="Symbol" charset="2"/>
              <a:buChar char=""/>
            </a:pPr>
            <a:r>
              <a:rPr b="0" lang="de-DE" sz="1200" strike="noStrike" u="none">
                <a:solidFill>
                  <a:schemeClr val="dk1"/>
                </a:solidFill>
                <a:effectLst/>
                <a:uFillTx/>
                <a:latin typeface="Calibri"/>
              </a:rPr>
              <a:t>Second Outline Level</a:t>
            </a:r>
            <a:endParaRPr b="0" lang="de-DE" sz="1200" strike="noStrike" u="none">
              <a:solidFill>
                <a:schemeClr val="dk1"/>
              </a:solidFill>
              <a:effectLst/>
              <a:uFillTx/>
              <a:latin typeface="Calibri"/>
            </a:endParaRPr>
          </a:p>
          <a:p>
            <a:pPr lvl="2" marL="1296000" indent="-288000">
              <a:lnSpc>
                <a:spcPts val="1400"/>
              </a:lnSpc>
              <a:spcBef>
                <a:spcPts val="850"/>
              </a:spcBef>
              <a:buClr>
                <a:srgbClr val="000000"/>
              </a:buClr>
              <a:buSzPct val="45000"/>
              <a:buFont typeface="Wingdings" charset="2"/>
              <a:buChar char=""/>
            </a:pPr>
            <a:r>
              <a:rPr b="1" lang="de-DE" sz="1000" strike="noStrike" u="none">
                <a:solidFill>
                  <a:schemeClr val="dk1"/>
                </a:solidFill>
                <a:effectLst/>
                <a:uFillTx/>
                <a:latin typeface="Calibri"/>
              </a:rPr>
              <a:t>Third Outline Level</a:t>
            </a:r>
            <a:endParaRPr b="1" lang="de-DE" sz="1000" strike="noStrike" u="none">
              <a:solidFill>
                <a:schemeClr val="dk1"/>
              </a:solidFill>
              <a:effectLst/>
              <a:uFillTx/>
              <a:latin typeface="Calibri"/>
            </a:endParaRPr>
          </a:p>
          <a:p>
            <a:pPr lvl="3" marL="1728000" indent="-216000">
              <a:lnSpc>
                <a:spcPts val="1400"/>
              </a:lnSpc>
              <a:spcBef>
                <a:spcPts val="567"/>
              </a:spcBef>
              <a:buClr>
                <a:srgbClr val="000000"/>
              </a:buClr>
              <a:buSzPct val="75000"/>
              <a:buFont typeface="Symbol" charset="2"/>
              <a:buChar char=""/>
            </a:pPr>
            <a:r>
              <a:rPr b="1" lang="de-DE" sz="1000" strike="noStrike" u="none">
                <a:solidFill>
                  <a:schemeClr val="dk1"/>
                </a:solidFill>
                <a:effectLst/>
                <a:uFillTx/>
                <a:latin typeface="Calibri"/>
              </a:rPr>
              <a:t>Fourth Outline Level</a:t>
            </a:r>
            <a:endParaRPr b="1" lang="de-DE" sz="1000" strike="noStrike" u="none">
              <a:solidFill>
                <a:schemeClr val="dk1"/>
              </a:solidFill>
              <a:effectLst/>
              <a:uFillTx/>
              <a:latin typeface="Calibri"/>
            </a:endParaRPr>
          </a:p>
          <a:p>
            <a:pPr lvl="4" marL="2160000" indent="-216000">
              <a:lnSpc>
                <a:spcPts val="1400"/>
              </a:lnSpc>
              <a:spcBef>
                <a:spcPts val="283"/>
              </a:spcBef>
              <a:buClr>
                <a:srgbClr val="000000"/>
              </a:buClr>
              <a:buSzPct val="45000"/>
              <a:buFont typeface="Wingdings" charset="2"/>
              <a:buChar char=""/>
            </a:pPr>
            <a:r>
              <a:rPr b="1" lang="de-DE" sz="2000" strike="noStrike" u="none">
                <a:solidFill>
                  <a:schemeClr val="dk1"/>
                </a:solidFill>
                <a:effectLst/>
                <a:uFillTx/>
                <a:latin typeface="Calibri"/>
              </a:rPr>
              <a:t>Fifth Outline Level</a:t>
            </a:r>
            <a:endParaRPr b="1" lang="de-DE" sz="2000" strike="noStrike" u="none">
              <a:solidFill>
                <a:schemeClr val="dk1"/>
              </a:solidFill>
              <a:effectLst/>
              <a:uFillTx/>
              <a:latin typeface="Calibri"/>
            </a:endParaRPr>
          </a:p>
          <a:p>
            <a:pPr lvl="5" marL="2592000" indent="-216000">
              <a:lnSpc>
                <a:spcPts val="1400"/>
              </a:lnSpc>
              <a:spcBef>
                <a:spcPts val="283"/>
              </a:spcBef>
              <a:buClr>
                <a:srgbClr val="000000"/>
              </a:buClr>
              <a:buSzPct val="45000"/>
              <a:buFont typeface="Wingdings" charset="2"/>
              <a:buChar char=""/>
            </a:pPr>
            <a:r>
              <a:rPr b="1" lang="de-DE" sz="2000" strike="noStrike" u="none">
                <a:solidFill>
                  <a:schemeClr val="dk1"/>
                </a:solidFill>
                <a:effectLst/>
                <a:uFillTx/>
                <a:latin typeface="Calibri"/>
              </a:rPr>
              <a:t>Sixth Outline Level</a:t>
            </a:r>
            <a:endParaRPr b="1" lang="de-DE" sz="2000" strike="noStrike" u="none">
              <a:solidFill>
                <a:schemeClr val="dk1"/>
              </a:solidFill>
              <a:effectLst/>
              <a:uFillTx/>
              <a:latin typeface="Calibri"/>
            </a:endParaRPr>
          </a:p>
          <a:p>
            <a:pPr lvl="6" marL="3024000" indent="-216000">
              <a:lnSpc>
                <a:spcPts val="1400"/>
              </a:lnSpc>
              <a:spcBef>
                <a:spcPts val="283"/>
              </a:spcBef>
              <a:buClr>
                <a:srgbClr val="000000"/>
              </a:buClr>
              <a:buSzPct val="45000"/>
              <a:buFont typeface="Wingdings" charset="2"/>
              <a:buChar char=""/>
            </a:pPr>
            <a:r>
              <a:rPr b="1" lang="de-DE" sz="2000" strike="noStrike" u="none">
                <a:solidFill>
                  <a:schemeClr val="dk1"/>
                </a:solidFill>
                <a:effectLst/>
                <a:uFillTx/>
                <a:latin typeface="Calibri"/>
              </a:rPr>
              <a:t>Seventh Outline Level</a:t>
            </a:r>
            <a:endParaRPr b="1" lang="de-DE"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5" r:id="rId8"/>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7"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5DFBEF54-90F9-4DB8-8454-6C3FA6A0D60A}" type="slidenum">
              <a:rPr b="1" lang="en-US" sz="900" strike="noStrike" u="none">
                <a:solidFill>
                  <a:schemeClr val="dk1"/>
                </a:solidFill>
                <a:effectLst/>
                <a:uFillTx/>
                <a:latin typeface="Calibri"/>
                <a:ea typeface="Arial"/>
              </a:rPr>
              <a:t>&lt;number&gt;</a:t>
            </a:fld>
            <a:endParaRPr b="0" lang="en-US" sz="900" strike="noStrike" u="none">
              <a:solidFill>
                <a:srgbClr val="ffffff"/>
              </a:solidFill>
              <a:effectLst/>
              <a:uFillTx/>
              <a:latin typeface="Arial"/>
            </a:endParaRPr>
          </a:p>
        </p:txBody>
      </p:sp>
      <p:pic>
        <p:nvPicPr>
          <p:cNvPr id="68" name="Grafik 9" descr=""/>
          <p:cNvPicPr/>
          <p:nvPr/>
        </p:nvPicPr>
        <p:blipFill>
          <a:blip r:embed="rId2"/>
          <a:stretch/>
        </p:blipFill>
        <p:spPr>
          <a:xfrm>
            <a:off x="417600" y="6228000"/>
            <a:ext cx="542160" cy="432360"/>
          </a:xfrm>
          <a:prstGeom prst="rect">
            <a:avLst/>
          </a:prstGeom>
          <a:noFill/>
          <a:ln w="0">
            <a:noFill/>
          </a:ln>
        </p:spPr>
      </p:pic>
      <p:sp>
        <p:nvSpPr>
          <p:cNvPr id="69"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ffffff"/>
              </a:solidFill>
              <a:effectLst/>
              <a:uFillTx/>
              <a:latin typeface="Arial"/>
            </a:endParaRPr>
          </a:p>
        </p:txBody>
      </p:sp>
      <p:pic>
        <p:nvPicPr>
          <p:cNvPr id="70" name="Grafik 12" descr=""/>
          <p:cNvPicPr/>
          <p:nvPr/>
        </p:nvPicPr>
        <p:blipFill>
          <a:blip r:embed="rId3"/>
          <a:stretch/>
        </p:blipFill>
        <p:spPr>
          <a:xfrm>
            <a:off x="11197440" y="6224760"/>
            <a:ext cx="562320" cy="464040"/>
          </a:xfrm>
          <a:prstGeom prst="rect">
            <a:avLst/>
          </a:prstGeom>
          <a:noFill/>
          <a:ln w="0">
            <a:noFill/>
          </a:ln>
        </p:spPr>
      </p:pic>
      <p:sp>
        <p:nvSpPr>
          <p:cNvPr id="71" name="PlaceHolder 1"/>
          <p:cNvSpPr>
            <a:spLocks noGrp="1"/>
          </p:cNvSpPr>
          <p:nvPr>
            <p:ph type="title"/>
          </p:nvPr>
        </p:nvSpPr>
        <p:spPr>
          <a:xfrm>
            <a:off x="1004400" y="2232000"/>
            <a:ext cx="7701120" cy="1799640"/>
          </a:xfrm>
          <a:prstGeom prst="rect">
            <a:avLst/>
          </a:prstGeom>
          <a:noFill/>
          <a:ln w="0">
            <a:noFill/>
          </a:ln>
        </p:spPr>
        <p:txBody>
          <a:bodyPr lIns="0" rIns="0" tIns="0" bIns="0" anchor="t">
            <a:noAutofit/>
          </a:bodyPr>
          <a:p>
            <a:pPr indent="0" defTabSz="914400">
              <a:lnSpc>
                <a:spcPts val="5000"/>
              </a:lnSpc>
              <a:buNone/>
            </a:pPr>
            <a:r>
              <a:rPr b="1" lang="de-DE" sz="5000" strike="noStrike" u="none" cap="all">
                <a:solidFill>
                  <a:schemeClr val="lt1"/>
                </a:solidFill>
                <a:effectLst/>
                <a:uFillTx/>
                <a:latin typeface="Calibri"/>
                <a:ea typeface="Arial"/>
              </a:rPr>
              <a:t>Titelmasterformat durch Klicken bearbeiten</a:t>
            </a:r>
            <a:endParaRPr b="0" lang="de-DE" sz="5000" strike="noStrike" u="none">
              <a:solidFill>
                <a:schemeClr val="dk1"/>
              </a:solidFill>
              <a:effectLst/>
              <a:uFillTx/>
              <a:latin typeface="Calibri"/>
            </a:endParaRPr>
          </a:p>
        </p:txBody>
      </p:sp>
      <p:pic>
        <p:nvPicPr>
          <p:cNvPr id="72" name="Grafik 2" descr=""/>
          <p:cNvPicPr/>
          <p:nvPr/>
        </p:nvPicPr>
        <p:blipFill>
          <a:blip r:embed="rId4"/>
          <a:stretch/>
        </p:blipFill>
        <p:spPr>
          <a:xfrm>
            <a:off x="997200" y="1764000"/>
            <a:ext cx="1724760" cy="72720"/>
          </a:xfrm>
          <a:prstGeom prst="rect">
            <a:avLst/>
          </a:prstGeom>
          <a:noFill/>
          <a:ln w="0">
            <a:noFill/>
          </a:ln>
        </p:spPr>
      </p:pic>
      <p:pic>
        <p:nvPicPr>
          <p:cNvPr id="73" name="Grafik 3" descr=""/>
          <p:cNvPicPr/>
          <p:nvPr/>
        </p:nvPicPr>
        <p:blipFill>
          <a:blip r:embed="rId5"/>
          <a:stretch/>
        </p:blipFill>
        <p:spPr>
          <a:xfrm>
            <a:off x="2732400" y="4428000"/>
            <a:ext cx="5973120" cy="72720"/>
          </a:xfrm>
          <a:prstGeom prst="rect">
            <a:avLst/>
          </a:prstGeom>
          <a:noFill/>
          <a:ln w="0">
            <a:noFill/>
          </a:ln>
        </p:spPr>
      </p:pic>
      <p:pic>
        <p:nvPicPr>
          <p:cNvPr id="74" name="Grafik 4" descr=""/>
          <p:cNvPicPr/>
          <p:nvPr/>
        </p:nvPicPr>
        <p:blipFill>
          <a:blip r:embed="rId6"/>
          <a:stretch/>
        </p:blipFill>
        <p:spPr>
          <a:xfrm>
            <a:off x="417600" y="6228000"/>
            <a:ext cx="1511280" cy="432360"/>
          </a:xfrm>
          <a:prstGeom prst="rect">
            <a:avLst/>
          </a:prstGeom>
          <a:noFill/>
          <a:ln w="0">
            <a:noFill/>
          </a:ln>
        </p:spPr>
      </p:pic>
      <p:pic>
        <p:nvPicPr>
          <p:cNvPr id="75" name="Grafik 7" descr=""/>
          <p:cNvPicPr/>
          <p:nvPr/>
        </p:nvPicPr>
        <p:blipFill>
          <a:blip r:embed="rId7"/>
          <a:stretch/>
        </p:blipFill>
        <p:spPr>
          <a:xfrm>
            <a:off x="11197440" y="6224760"/>
            <a:ext cx="562320" cy="464040"/>
          </a:xfrm>
          <a:prstGeom prst="rect">
            <a:avLst/>
          </a:prstGeom>
          <a:noFill/>
          <a:ln w="0">
            <a:noFill/>
          </a:ln>
        </p:spPr>
      </p:pic>
      <p:sp>
        <p:nvSpPr>
          <p:cNvPr id="7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ts val="2001"/>
              </a:lnSpc>
              <a:spcBef>
                <a:spcPts val="1417"/>
              </a:spcBef>
              <a:buClr>
                <a:srgbClr val="ffffff"/>
              </a:buClr>
              <a:buSzPct val="45000"/>
              <a:buFont typeface="Wingdings" charset="2"/>
              <a:buChar char=""/>
            </a:pPr>
            <a:r>
              <a:rPr b="0" lang="de-DE" sz="1600" strike="noStrike" u="none">
                <a:solidFill>
                  <a:schemeClr val="dk1"/>
                </a:solidFill>
                <a:effectLst/>
                <a:uFillTx/>
                <a:latin typeface="Calibri"/>
              </a:rPr>
              <a:t>Click to edit the outline text format</a:t>
            </a:r>
            <a:endParaRPr b="0" lang="de-DE" sz="1600" strike="noStrike" u="none">
              <a:solidFill>
                <a:schemeClr val="dk1"/>
              </a:solidFill>
              <a:effectLst/>
              <a:uFillTx/>
              <a:latin typeface="Calibri"/>
            </a:endParaRPr>
          </a:p>
          <a:p>
            <a:pPr lvl="1" marL="864000" indent="-324000">
              <a:lnSpc>
                <a:spcPts val="1400"/>
              </a:lnSpc>
              <a:spcBef>
                <a:spcPts val="1134"/>
              </a:spcBef>
              <a:buClr>
                <a:srgbClr val="ffffff"/>
              </a:buClr>
              <a:buSzPct val="75000"/>
              <a:buFont typeface="Symbol" charset="2"/>
              <a:buChar char=""/>
            </a:pPr>
            <a:r>
              <a:rPr b="0" lang="de-DE" sz="1200" strike="noStrike" u="none">
                <a:solidFill>
                  <a:schemeClr val="dk1"/>
                </a:solidFill>
                <a:effectLst/>
                <a:uFillTx/>
                <a:latin typeface="Calibri"/>
              </a:rPr>
              <a:t>Second Outline Level</a:t>
            </a:r>
            <a:endParaRPr b="0" lang="de-DE" sz="1200" strike="noStrike" u="none">
              <a:solidFill>
                <a:schemeClr val="dk1"/>
              </a:solidFill>
              <a:effectLst/>
              <a:uFillTx/>
              <a:latin typeface="Calibri"/>
            </a:endParaRPr>
          </a:p>
          <a:p>
            <a:pPr lvl="2" marL="1296000" indent="-288000">
              <a:lnSpc>
                <a:spcPts val="1400"/>
              </a:lnSpc>
              <a:spcBef>
                <a:spcPts val="850"/>
              </a:spcBef>
              <a:buClr>
                <a:srgbClr val="ffffff"/>
              </a:buClr>
              <a:buSzPct val="45000"/>
              <a:buFont typeface="Wingdings" charset="2"/>
              <a:buChar char=""/>
            </a:pPr>
            <a:r>
              <a:rPr b="1" lang="de-DE" sz="1000" strike="noStrike" u="none">
                <a:solidFill>
                  <a:schemeClr val="dk1"/>
                </a:solidFill>
                <a:effectLst/>
                <a:uFillTx/>
                <a:latin typeface="Calibri"/>
              </a:rPr>
              <a:t>Third Outline Level</a:t>
            </a:r>
            <a:endParaRPr b="1" lang="de-DE" sz="1000" strike="noStrike" u="none">
              <a:solidFill>
                <a:schemeClr val="dk1"/>
              </a:solidFill>
              <a:effectLst/>
              <a:uFillTx/>
              <a:latin typeface="Calibri"/>
            </a:endParaRPr>
          </a:p>
          <a:p>
            <a:pPr lvl="3" marL="1728000" indent="-216000">
              <a:lnSpc>
                <a:spcPts val="1400"/>
              </a:lnSpc>
              <a:spcBef>
                <a:spcPts val="567"/>
              </a:spcBef>
              <a:buClr>
                <a:srgbClr val="ffffff"/>
              </a:buClr>
              <a:buSzPct val="75000"/>
              <a:buFont typeface="Symbol" charset="2"/>
              <a:buChar char=""/>
            </a:pPr>
            <a:r>
              <a:rPr b="1" lang="de-DE" sz="1000" strike="noStrike" u="none">
                <a:solidFill>
                  <a:schemeClr val="dk1"/>
                </a:solidFill>
                <a:effectLst/>
                <a:uFillTx/>
                <a:latin typeface="Calibri"/>
              </a:rPr>
              <a:t>Fourth Outline Level</a:t>
            </a:r>
            <a:endParaRPr b="1" lang="de-DE" sz="1000" strike="noStrike" u="none">
              <a:solidFill>
                <a:schemeClr val="dk1"/>
              </a:solidFill>
              <a:effectLst/>
              <a:uFillTx/>
              <a:latin typeface="Calibri"/>
            </a:endParaRPr>
          </a:p>
          <a:p>
            <a:pPr lvl="4" marL="2160000" indent="-216000">
              <a:lnSpc>
                <a:spcPts val="1400"/>
              </a:lnSpc>
              <a:spcBef>
                <a:spcPts val="283"/>
              </a:spcBef>
              <a:buClr>
                <a:srgbClr val="ffffff"/>
              </a:buClr>
              <a:buSzPct val="45000"/>
              <a:buFont typeface="Wingdings" charset="2"/>
              <a:buChar char=""/>
            </a:pPr>
            <a:r>
              <a:rPr b="1" lang="de-DE" sz="2000" strike="noStrike" u="none">
                <a:solidFill>
                  <a:schemeClr val="dk1"/>
                </a:solidFill>
                <a:effectLst/>
                <a:uFillTx/>
                <a:latin typeface="Calibri"/>
              </a:rPr>
              <a:t>Fifth Outline Level</a:t>
            </a:r>
            <a:endParaRPr b="1" lang="de-DE" sz="2000" strike="noStrike" u="none">
              <a:solidFill>
                <a:schemeClr val="dk1"/>
              </a:solidFill>
              <a:effectLst/>
              <a:uFillTx/>
              <a:latin typeface="Calibri"/>
            </a:endParaRPr>
          </a:p>
          <a:p>
            <a:pPr lvl="5" marL="2592000" indent="-216000">
              <a:lnSpc>
                <a:spcPts val="1400"/>
              </a:lnSpc>
              <a:spcBef>
                <a:spcPts val="283"/>
              </a:spcBef>
              <a:buClr>
                <a:srgbClr val="ffffff"/>
              </a:buClr>
              <a:buSzPct val="45000"/>
              <a:buFont typeface="Wingdings" charset="2"/>
              <a:buChar char=""/>
            </a:pPr>
            <a:r>
              <a:rPr b="1" lang="de-DE" sz="2000" strike="noStrike" u="none">
                <a:solidFill>
                  <a:schemeClr val="dk1"/>
                </a:solidFill>
                <a:effectLst/>
                <a:uFillTx/>
                <a:latin typeface="Calibri"/>
              </a:rPr>
              <a:t>Sixth Outline Level</a:t>
            </a:r>
            <a:endParaRPr b="1" lang="de-DE" sz="2000" strike="noStrike" u="none">
              <a:solidFill>
                <a:schemeClr val="dk1"/>
              </a:solidFill>
              <a:effectLst/>
              <a:uFillTx/>
              <a:latin typeface="Calibri"/>
            </a:endParaRPr>
          </a:p>
          <a:p>
            <a:pPr lvl="6" marL="3024000" indent="-216000">
              <a:lnSpc>
                <a:spcPts val="1400"/>
              </a:lnSpc>
              <a:spcBef>
                <a:spcPts val="283"/>
              </a:spcBef>
              <a:buClr>
                <a:srgbClr val="ffffff"/>
              </a:buClr>
              <a:buSzPct val="45000"/>
              <a:buFont typeface="Wingdings" charset="2"/>
              <a:buChar char=""/>
            </a:pPr>
            <a:r>
              <a:rPr b="1" lang="de-DE" sz="2000" strike="noStrike" u="none">
                <a:solidFill>
                  <a:schemeClr val="dk1"/>
                </a:solidFill>
                <a:effectLst/>
                <a:uFillTx/>
                <a:latin typeface="Calibri"/>
              </a:rPr>
              <a:t>Seventh Outline Level</a:t>
            </a:r>
            <a:endParaRPr b="1" lang="de-DE"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7" r:id="rId8"/>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D5A81A40-0026-4071-A610-2FEDDA867081}"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78" name="Grafik 9" descr=""/>
          <p:cNvPicPr/>
          <p:nvPr/>
        </p:nvPicPr>
        <p:blipFill>
          <a:blip r:embed="rId2"/>
          <a:stretch/>
        </p:blipFill>
        <p:spPr>
          <a:xfrm>
            <a:off x="417600" y="6228000"/>
            <a:ext cx="542160" cy="432360"/>
          </a:xfrm>
          <a:prstGeom prst="rect">
            <a:avLst/>
          </a:prstGeom>
          <a:noFill/>
          <a:ln w="0">
            <a:noFill/>
          </a:ln>
        </p:spPr>
      </p:pic>
      <p:sp>
        <p:nvSpPr>
          <p:cNvPr id="79"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80" name="Grafik 12" descr=""/>
          <p:cNvPicPr/>
          <p:nvPr/>
        </p:nvPicPr>
        <p:blipFill>
          <a:blip r:embed="rId3"/>
          <a:stretch/>
        </p:blipFill>
        <p:spPr>
          <a:xfrm>
            <a:off x="11197440" y="6224760"/>
            <a:ext cx="562320" cy="464040"/>
          </a:xfrm>
          <a:prstGeom prst="rect">
            <a:avLst/>
          </a:prstGeom>
          <a:noFill/>
          <a:ln w="0">
            <a:noFill/>
          </a:ln>
        </p:spPr>
      </p:pic>
      <p:sp>
        <p:nvSpPr>
          <p:cNvPr id="81" name="PlaceHolder 1"/>
          <p:cNvSpPr>
            <a:spLocks noGrp="1"/>
          </p:cNvSpPr>
          <p:nvPr>
            <p:ph type="title"/>
          </p:nvPr>
        </p:nvSpPr>
        <p:spPr>
          <a:xfrm>
            <a:off x="997200" y="676800"/>
            <a:ext cx="770436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sp>
        <p:nvSpPr>
          <p:cNvPr id="82" name="PlaceHolder 2"/>
          <p:cNvSpPr>
            <a:spLocks noGrp="1"/>
          </p:cNvSpPr>
          <p:nvPr>
            <p:ph type="body"/>
          </p:nvPr>
        </p:nvSpPr>
        <p:spPr>
          <a:xfrm>
            <a:off x="997200" y="1620000"/>
            <a:ext cx="7704360" cy="4319640"/>
          </a:xfrm>
          <a:prstGeom prst="rect">
            <a:avLst/>
          </a:prstGeom>
          <a:noFill/>
          <a:ln w="0">
            <a:noFill/>
          </a:ln>
        </p:spPr>
        <p:txBody>
          <a:bodyPr lIns="0" rIns="0" tIns="0" bIns="0" anchor="t">
            <a:noAutofit/>
          </a:bodyPr>
          <a:p>
            <a:pPr marL="432000" indent="-324000" defTabSz="914400">
              <a:lnSpc>
                <a:spcPts val="2001"/>
              </a:lnSpc>
              <a:spcBef>
                <a:spcPts val="850"/>
              </a:spcBef>
              <a:buClr>
                <a:srgbClr val="000000"/>
              </a:buClr>
              <a:buSzPct val="45000"/>
              <a:buFont typeface="Wingdings" charset="2"/>
              <a:buChar char=""/>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marL="864000" indent="-324000" defTabSz="914400">
              <a:lnSpc>
                <a:spcPts val="2001"/>
              </a:lnSpc>
              <a:spcBef>
                <a:spcPts val="283"/>
              </a:spcBef>
              <a:buClr>
                <a:srgbClr val="000000"/>
              </a:buClr>
              <a:buSzPct val="75000"/>
              <a:buFont typeface="Symbol" charset="2"/>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lvl="2" marL="1296000" indent="-288000" defTabSz="914400">
              <a:lnSpc>
                <a:spcPts val="1400"/>
              </a:lnSpc>
              <a:spcBef>
                <a:spcPts val="850"/>
              </a:spcBef>
              <a:buClr>
                <a:srgbClr val="000000"/>
              </a:buClr>
              <a:buSzPct val="45000"/>
              <a:buFont typeface="Wingdings" charset="2"/>
              <a:buChar char=""/>
              <a:tabLst>
                <a:tab algn="l" pos="0"/>
              </a:tabLst>
            </a:pPr>
            <a:r>
              <a:rPr b="0" lang="de-DE" sz="1200" strike="noStrike" u="none">
                <a:solidFill>
                  <a:schemeClr val="dk1"/>
                </a:solidFill>
                <a:effectLst/>
                <a:uFillTx/>
                <a:latin typeface="Calibri"/>
                <a:ea typeface="Arial"/>
              </a:rPr>
              <a:t>Dritte Ebene</a:t>
            </a:r>
            <a:endParaRPr b="1" lang="de-DE" sz="1200" strike="noStrike" u="none">
              <a:solidFill>
                <a:schemeClr val="dk1"/>
              </a:solidFill>
              <a:effectLst/>
              <a:uFillTx/>
              <a:latin typeface="Calibri"/>
            </a:endParaRPr>
          </a:p>
          <a:p>
            <a:pPr lvl="3" marL="1728000" indent="-216000" defTabSz="914400">
              <a:lnSpc>
                <a:spcPts val="1400"/>
              </a:lnSpc>
              <a:spcBef>
                <a:spcPts val="567"/>
              </a:spcBef>
              <a:buClr>
                <a:srgbClr val="000000"/>
              </a:buClr>
              <a:buSzPct val="75000"/>
              <a:buFont typeface="Symbol" charset="2"/>
              <a:buChar char=""/>
              <a:tabLst>
                <a:tab algn="l" pos="0"/>
              </a:tabLst>
            </a:pPr>
            <a:r>
              <a:rPr b="1" lang="de-DE" sz="1000" strike="noStrike" u="none">
                <a:solidFill>
                  <a:schemeClr val="dk1"/>
                </a:solidFill>
                <a:effectLst/>
                <a:uFillTx/>
                <a:latin typeface="Calibri"/>
                <a:ea typeface="Arial"/>
              </a:rPr>
              <a:t>Vierte Ebene</a:t>
            </a:r>
            <a:endParaRPr b="1" lang="de-DE" sz="1000" strike="noStrike" u="none">
              <a:solidFill>
                <a:schemeClr val="dk1"/>
              </a:solidFill>
              <a:effectLst/>
              <a:uFillTx/>
              <a:latin typeface="Calibri"/>
            </a:endParaRPr>
          </a:p>
          <a:p>
            <a:pPr lvl="4" marL="2160000" indent="-216000" defTabSz="914400">
              <a:lnSpc>
                <a:spcPts val="1400"/>
              </a:lnSpc>
              <a:spcBef>
                <a:spcPts val="283"/>
              </a:spcBef>
              <a:buClr>
                <a:srgbClr val="000000"/>
              </a:buClr>
              <a:buSzPct val="45000"/>
              <a:buFont typeface="Wingdings" charset="2"/>
              <a:buChar char=""/>
              <a:tabLst>
                <a:tab algn="l" pos="0"/>
              </a:tabLst>
            </a:pPr>
            <a:r>
              <a:rPr b="1" lang="de-DE" sz="1000" strike="noStrike" u="none">
                <a:solidFill>
                  <a:schemeClr val="dk1"/>
                </a:solidFill>
                <a:effectLst/>
                <a:uFillTx/>
                <a:latin typeface="Calibri"/>
                <a:ea typeface="Arial"/>
              </a:rPr>
              <a:t>Fünfte Ebene</a:t>
            </a:r>
            <a:endParaRPr b="1" lang="de-DE" sz="1000" strike="noStrike" u="none">
              <a:solidFill>
                <a:schemeClr val="dk1"/>
              </a:solidFill>
              <a:effectLst/>
              <a:uFillTx/>
              <a:latin typeface="Calibri"/>
            </a:endParaRPr>
          </a:p>
        </p:txBody>
      </p:sp>
      <p:pic>
        <p:nvPicPr>
          <p:cNvPr id="83" name="Grafik 16" descr=""/>
          <p:cNvPicPr/>
          <p:nvPr/>
        </p:nvPicPr>
        <p:blipFill>
          <a:blip r:embed="rId4"/>
          <a:stretch/>
        </p:blipFill>
        <p:spPr>
          <a:xfrm>
            <a:off x="997200" y="496800"/>
            <a:ext cx="7704360" cy="36360"/>
          </a:xfrm>
          <a:prstGeom prst="rect">
            <a:avLst/>
          </a:prstGeom>
          <a:noFill/>
          <a:ln w="0">
            <a:noFill/>
          </a:ln>
        </p:spPr>
      </p:pic>
      <p:sp>
        <p:nvSpPr>
          <p:cNvPr id="84" name="Rechteck 6"/>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LayoutId id="2147483659"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FE3AFBC8-622F-463A-83A0-2528560FF1E0}"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86" name="Grafik 9" descr=""/>
          <p:cNvPicPr/>
          <p:nvPr/>
        </p:nvPicPr>
        <p:blipFill>
          <a:blip r:embed="rId2"/>
          <a:stretch/>
        </p:blipFill>
        <p:spPr>
          <a:xfrm>
            <a:off x="417600" y="6228000"/>
            <a:ext cx="542160" cy="432360"/>
          </a:xfrm>
          <a:prstGeom prst="rect">
            <a:avLst/>
          </a:prstGeom>
          <a:noFill/>
          <a:ln w="0">
            <a:noFill/>
          </a:ln>
        </p:spPr>
      </p:pic>
      <p:sp>
        <p:nvSpPr>
          <p:cNvPr id="87"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88" name="Grafik 12" descr=""/>
          <p:cNvPicPr/>
          <p:nvPr/>
        </p:nvPicPr>
        <p:blipFill>
          <a:blip r:embed="rId3"/>
          <a:stretch/>
        </p:blipFill>
        <p:spPr>
          <a:xfrm>
            <a:off x="11197440" y="6224760"/>
            <a:ext cx="562320" cy="464040"/>
          </a:xfrm>
          <a:prstGeom prst="rect">
            <a:avLst/>
          </a:prstGeom>
          <a:noFill/>
          <a:ln w="0">
            <a:noFill/>
          </a:ln>
        </p:spPr>
      </p:pic>
      <p:sp>
        <p:nvSpPr>
          <p:cNvPr id="89" name="PlaceHolder 1"/>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sp>
        <p:nvSpPr>
          <p:cNvPr id="90" name="PlaceHolder 2"/>
          <p:cNvSpPr>
            <a:spLocks noGrp="1"/>
          </p:cNvSpPr>
          <p:nvPr>
            <p:ph type="body"/>
          </p:nvPr>
        </p:nvSpPr>
        <p:spPr>
          <a:xfrm>
            <a:off x="997200" y="1620000"/>
            <a:ext cx="10714680" cy="4319640"/>
          </a:xfrm>
          <a:prstGeom prst="rect">
            <a:avLst/>
          </a:prstGeom>
          <a:noFill/>
          <a:ln w="0">
            <a:noFill/>
          </a:ln>
        </p:spPr>
        <p:txBody>
          <a:bodyPr numCol="2" spcCol="0" lIns="0" rIns="0" tIns="0" bIns="0" anchor="t">
            <a:noAutofit/>
          </a:bodyPr>
          <a:p>
            <a:pPr marL="432000" indent="-324000" defTabSz="914400">
              <a:lnSpc>
                <a:spcPts val="2001"/>
              </a:lnSpc>
              <a:spcBef>
                <a:spcPts val="850"/>
              </a:spcBef>
              <a:buClr>
                <a:srgbClr val="000000"/>
              </a:buClr>
              <a:buSzPct val="45000"/>
              <a:buFont typeface="Wingdings" charset="2"/>
              <a:buChar char=""/>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marL="864000" indent="-324000" defTabSz="914400">
              <a:lnSpc>
                <a:spcPts val="2001"/>
              </a:lnSpc>
              <a:spcBef>
                <a:spcPts val="283"/>
              </a:spcBef>
              <a:buClr>
                <a:srgbClr val="000000"/>
              </a:buClr>
              <a:buSzPct val="75000"/>
              <a:buFont typeface="Symbol" charset="2"/>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lvl="2" marL="1296000" indent="-288000" defTabSz="914400">
              <a:lnSpc>
                <a:spcPts val="1400"/>
              </a:lnSpc>
              <a:spcBef>
                <a:spcPts val="850"/>
              </a:spcBef>
              <a:buClr>
                <a:srgbClr val="000000"/>
              </a:buClr>
              <a:buSzPct val="45000"/>
              <a:buFont typeface="Wingdings" charset="2"/>
              <a:buChar char=""/>
              <a:tabLst>
                <a:tab algn="l" pos="0"/>
              </a:tabLst>
            </a:pPr>
            <a:r>
              <a:rPr b="0" lang="de-DE" sz="1200" strike="noStrike" u="none">
                <a:solidFill>
                  <a:schemeClr val="dk1"/>
                </a:solidFill>
                <a:effectLst/>
                <a:uFillTx/>
                <a:latin typeface="Calibri"/>
                <a:ea typeface="Arial"/>
              </a:rPr>
              <a:t>Dritte Ebene</a:t>
            </a:r>
            <a:endParaRPr b="1" lang="de-DE" sz="1200" strike="noStrike" u="none">
              <a:solidFill>
                <a:schemeClr val="dk1"/>
              </a:solidFill>
              <a:effectLst/>
              <a:uFillTx/>
              <a:latin typeface="Calibri"/>
            </a:endParaRPr>
          </a:p>
          <a:p>
            <a:pPr lvl="3" marL="1728000" indent="-216000" defTabSz="914400">
              <a:lnSpc>
                <a:spcPts val="1400"/>
              </a:lnSpc>
              <a:spcBef>
                <a:spcPts val="567"/>
              </a:spcBef>
              <a:buClr>
                <a:srgbClr val="000000"/>
              </a:buClr>
              <a:buSzPct val="75000"/>
              <a:buFont typeface="Symbol" charset="2"/>
              <a:buChar char=""/>
              <a:tabLst>
                <a:tab algn="l" pos="0"/>
              </a:tabLst>
            </a:pPr>
            <a:r>
              <a:rPr b="1" lang="de-DE" sz="1000" strike="noStrike" u="none">
                <a:solidFill>
                  <a:schemeClr val="dk1"/>
                </a:solidFill>
                <a:effectLst/>
                <a:uFillTx/>
                <a:latin typeface="Calibri"/>
                <a:ea typeface="Arial"/>
              </a:rPr>
              <a:t>Vierte Ebene</a:t>
            </a:r>
            <a:endParaRPr b="1" lang="de-DE" sz="1000" strike="noStrike" u="none">
              <a:solidFill>
                <a:schemeClr val="dk1"/>
              </a:solidFill>
              <a:effectLst/>
              <a:uFillTx/>
              <a:latin typeface="Calibri"/>
            </a:endParaRPr>
          </a:p>
          <a:p>
            <a:pPr lvl="4" marL="2160000" indent="-216000" defTabSz="914400">
              <a:lnSpc>
                <a:spcPts val="1400"/>
              </a:lnSpc>
              <a:spcBef>
                <a:spcPts val="283"/>
              </a:spcBef>
              <a:buClr>
                <a:srgbClr val="000000"/>
              </a:buClr>
              <a:buSzPct val="45000"/>
              <a:buFont typeface="Wingdings" charset="2"/>
              <a:buChar char=""/>
              <a:tabLst>
                <a:tab algn="l" pos="0"/>
              </a:tabLst>
            </a:pPr>
            <a:r>
              <a:rPr b="1" lang="de-DE" sz="1000" strike="noStrike" u="none">
                <a:solidFill>
                  <a:schemeClr val="dk1"/>
                </a:solidFill>
                <a:effectLst/>
                <a:uFillTx/>
                <a:latin typeface="Calibri"/>
                <a:ea typeface="Arial"/>
              </a:rPr>
              <a:t>Fünfte Ebene</a:t>
            </a:r>
            <a:endParaRPr b="1" lang="de-DE" sz="1000" strike="noStrike" u="none">
              <a:solidFill>
                <a:schemeClr val="dk1"/>
              </a:solidFill>
              <a:effectLst/>
              <a:uFillTx/>
              <a:latin typeface="Calibri"/>
            </a:endParaRPr>
          </a:p>
        </p:txBody>
      </p:sp>
      <p:pic>
        <p:nvPicPr>
          <p:cNvPr id="91" name="Grafik 16" descr=""/>
          <p:cNvPicPr/>
          <p:nvPr/>
        </p:nvPicPr>
        <p:blipFill>
          <a:blip r:embed="rId4"/>
          <a:stretch/>
        </p:blipFill>
        <p:spPr>
          <a:xfrm>
            <a:off x="997200" y="496800"/>
            <a:ext cx="7704360" cy="36360"/>
          </a:xfrm>
          <a:prstGeom prst="rect">
            <a:avLst/>
          </a:prstGeom>
          <a:noFill/>
          <a:ln w="0">
            <a:noFill/>
          </a:ln>
        </p:spPr>
      </p:pic>
      <p:pic>
        <p:nvPicPr>
          <p:cNvPr id="92" name="Grafik 17" descr=""/>
          <p:cNvPicPr/>
          <p:nvPr/>
        </p:nvPicPr>
        <p:blipFill>
          <a:blip r:embed="rId5"/>
          <a:stretch/>
        </p:blipFill>
        <p:spPr>
          <a:xfrm>
            <a:off x="4007520" y="496800"/>
            <a:ext cx="7704360" cy="36360"/>
          </a:xfrm>
          <a:prstGeom prst="rect">
            <a:avLst/>
          </a:prstGeom>
          <a:noFill/>
          <a:ln w="0">
            <a:noFill/>
          </a:ln>
        </p:spPr>
      </p:pic>
      <p:sp>
        <p:nvSpPr>
          <p:cNvPr id="93" name="Rechteck 6"/>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LayoutId id="2147483661" r:id="rId6"/>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EC0F22F9-7AE4-4811-A2C1-F5D11D1C1805}"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95" name="Grafik 9" descr=""/>
          <p:cNvPicPr/>
          <p:nvPr/>
        </p:nvPicPr>
        <p:blipFill>
          <a:blip r:embed="rId2"/>
          <a:stretch/>
        </p:blipFill>
        <p:spPr>
          <a:xfrm>
            <a:off x="417600" y="6228000"/>
            <a:ext cx="542160" cy="432360"/>
          </a:xfrm>
          <a:prstGeom prst="rect">
            <a:avLst/>
          </a:prstGeom>
          <a:noFill/>
          <a:ln w="0">
            <a:noFill/>
          </a:ln>
        </p:spPr>
      </p:pic>
      <p:sp>
        <p:nvSpPr>
          <p:cNvPr id="96"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97" name="Grafik 12" descr=""/>
          <p:cNvPicPr/>
          <p:nvPr/>
        </p:nvPicPr>
        <p:blipFill>
          <a:blip r:embed="rId3"/>
          <a:stretch/>
        </p:blipFill>
        <p:spPr>
          <a:xfrm>
            <a:off x="11197440" y="6224760"/>
            <a:ext cx="562320" cy="464040"/>
          </a:xfrm>
          <a:prstGeom prst="rect">
            <a:avLst/>
          </a:prstGeom>
          <a:noFill/>
          <a:ln w="0">
            <a:noFill/>
          </a:ln>
        </p:spPr>
      </p:pic>
      <p:sp>
        <p:nvSpPr>
          <p:cNvPr id="98" name="PlaceHolder 1"/>
          <p:cNvSpPr>
            <a:spLocks noGrp="1"/>
          </p:cNvSpPr>
          <p:nvPr>
            <p:ph type="body"/>
          </p:nvPr>
        </p:nvSpPr>
        <p:spPr>
          <a:xfrm>
            <a:off x="6672240" y="1619280"/>
            <a:ext cx="5039640" cy="432072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99" name="PlaceHolder 2"/>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100" name="Grafik 15" descr=""/>
          <p:cNvPicPr/>
          <p:nvPr/>
        </p:nvPicPr>
        <p:blipFill>
          <a:blip r:embed="rId4"/>
          <a:stretch/>
        </p:blipFill>
        <p:spPr>
          <a:xfrm>
            <a:off x="997200" y="496800"/>
            <a:ext cx="7704360" cy="36360"/>
          </a:xfrm>
          <a:prstGeom prst="rect">
            <a:avLst/>
          </a:prstGeom>
          <a:noFill/>
          <a:ln w="0">
            <a:noFill/>
          </a:ln>
        </p:spPr>
      </p:pic>
      <p:pic>
        <p:nvPicPr>
          <p:cNvPr id="101" name="Grafik 16" descr=""/>
          <p:cNvPicPr/>
          <p:nvPr/>
        </p:nvPicPr>
        <p:blipFill>
          <a:blip r:embed="rId5"/>
          <a:stretch/>
        </p:blipFill>
        <p:spPr>
          <a:xfrm>
            <a:off x="4007520" y="496800"/>
            <a:ext cx="7704360" cy="36360"/>
          </a:xfrm>
          <a:prstGeom prst="rect">
            <a:avLst/>
          </a:prstGeom>
          <a:noFill/>
          <a:ln w="0">
            <a:noFill/>
          </a:ln>
        </p:spPr>
      </p:pic>
      <p:sp>
        <p:nvSpPr>
          <p:cNvPr id="102" name="PlaceHolder 3"/>
          <p:cNvSpPr>
            <a:spLocks noGrp="1"/>
          </p:cNvSpPr>
          <p:nvPr>
            <p:ph type="body"/>
          </p:nvPr>
        </p:nvSpPr>
        <p:spPr>
          <a:xfrm>
            <a:off x="997200" y="1620000"/>
            <a:ext cx="5399640" cy="4319640"/>
          </a:xfrm>
          <a:prstGeom prst="rect">
            <a:avLst/>
          </a:prstGeom>
          <a:noFill/>
          <a:ln w="0">
            <a:noFill/>
          </a:ln>
        </p:spPr>
        <p:txBody>
          <a:bodyPr lIns="0" rIns="0" tIns="0" bIns="0" anchor="t">
            <a:noAutofit/>
          </a:bodyPr>
          <a:p>
            <a:pPr indent="0" defTabSz="914400">
              <a:lnSpc>
                <a:spcPts val="2001"/>
              </a:lnSpc>
              <a:spcBef>
                <a:spcPts val="850"/>
              </a:spcBef>
              <a:buNone/>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indent="-288000" defTabSz="914400">
              <a:lnSpc>
                <a:spcPts val="2001"/>
              </a:lnSpc>
              <a:spcBef>
                <a:spcPts val="283"/>
              </a:spcBef>
              <a:buClr>
                <a:srgbClr val="000000"/>
              </a:buClr>
              <a:buFont typeface="Calibri"/>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indent="0" defTabSz="914400">
              <a:lnSpc>
                <a:spcPts val="1400"/>
              </a:lnSpc>
              <a:spcBef>
                <a:spcPts val="601"/>
              </a:spcBef>
              <a:buNone/>
              <a:tabLst>
                <a:tab algn="l" pos="0"/>
              </a:tabLst>
            </a:pPr>
            <a:r>
              <a:rPr b="0" lang="de-DE" sz="1200" strike="noStrike" u="none">
                <a:solidFill>
                  <a:schemeClr val="dk1"/>
                </a:solidFill>
                <a:effectLst/>
                <a:uFillTx/>
                <a:latin typeface="Calibri"/>
                <a:ea typeface="Arial"/>
              </a:rPr>
              <a:t>Dritte Ebene</a:t>
            </a:r>
            <a:endParaRPr b="0" lang="de-DE" sz="12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Vierte Ebene</a:t>
            </a:r>
            <a:endParaRPr b="0" lang="de-DE" sz="10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Fünfte Ebene</a:t>
            </a:r>
            <a:endParaRPr b="0" lang="de-DE" sz="1000" strike="noStrike" u="none">
              <a:solidFill>
                <a:schemeClr val="dk1"/>
              </a:solidFill>
              <a:effectLst/>
              <a:uFillTx/>
              <a:latin typeface="Calibri"/>
            </a:endParaRPr>
          </a:p>
        </p:txBody>
      </p:sp>
      <p:sp>
        <p:nvSpPr>
          <p:cNvPr id="103" name="Rechteck 1"/>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09555EED-323B-4724-9C61-5986308EFC89}"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05" name="Grafik 9" descr=""/>
          <p:cNvPicPr/>
          <p:nvPr/>
        </p:nvPicPr>
        <p:blipFill>
          <a:blip r:embed="rId2"/>
          <a:stretch/>
        </p:blipFill>
        <p:spPr>
          <a:xfrm>
            <a:off x="417600" y="6228000"/>
            <a:ext cx="542160" cy="432360"/>
          </a:xfrm>
          <a:prstGeom prst="rect">
            <a:avLst/>
          </a:prstGeom>
          <a:noFill/>
          <a:ln w="0">
            <a:noFill/>
          </a:ln>
        </p:spPr>
      </p:pic>
      <p:sp>
        <p:nvSpPr>
          <p:cNvPr id="106"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07" name="Grafik 12" descr=""/>
          <p:cNvPicPr/>
          <p:nvPr/>
        </p:nvPicPr>
        <p:blipFill>
          <a:blip r:embed="rId3"/>
          <a:stretch/>
        </p:blipFill>
        <p:spPr>
          <a:xfrm>
            <a:off x="11197440" y="6224760"/>
            <a:ext cx="562320" cy="464040"/>
          </a:xfrm>
          <a:prstGeom prst="rect">
            <a:avLst/>
          </a:prstGeom>
          <a:noFill/>
          <a:ln w="0">
            <a:noFill/>
          </a:ln>
        </p:spPr>
      </p:pic>
      <p:sp>
        <p:nvSpPr>
          <p:cNvPr id="108" name="PlaceHolder 1"/>
          <p:cNvSpPr>
            <a:spLocks noGrp="1"/>
          </p:cNvSpPr>
          <p:nvPr>
            <p:ph type="body"/>
          </p:nvPr>
        </p:nvSpPr>
        <p:spPr>
          <a:xfrm>
            <a:off x="997200" y="1619280"/>
            <a:ext cx="6839640" cy="432072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109" name="PlaceHolder 2"/>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110" name="Grafik 15" descr=""/>
          <p:cNvPicPr/>
          <p:nvPr/>
        </p:nvPicPr>
        <p:blipFill>
          <a:blip r:embed="rId4"/>
          <a:stretch/>
        </p:blipFill>
        <p:spPr>
          <a:xfrm>
            <a:off x="997200" y="496800"/>
            <a:ext cx="7704360" cy="36360"/>
          </a:xfrm>
          <a:prstGeom prst="rect">
            <a:avLst/>
          </a:prstGeom>
          <a:noFill/>
          <a:ln w="0">
            <a:noFill/>
          </a:ln>
        </p:spPr>
      </p:pic>
      <p:pic>
        <p:nvPicPr>
          <p:cNvPr id="111" name="Grafik 16" descr=""/>
          <p:cNvPicPr/>
          <p:nvPr/>
        </p:nvPicPr>
        <p:blipFill>
          <a:blip r:embed="rId5"/>
          <a:stretch/>
        </p:blipFill>
        <p:spPr>
          <a:xfrm>
            <a:off x="4007520" y="496800"/>
            <a:ext cx="7704360" cy="36360"/>
          </a:xfrm>
          <a:prstGeom prst="rect">
            <a:avLst/>
          </a:prstGeom>
          <a:noFill/>
          <a:ln w="0">
            <a:noFill/>
          </a:ln>
        </p:spPr>
      </p:pic>
      <p:sp>
        <p:nvSpPr>
          <p:cNvPr id="112" name="PlaceHolder 3"/>
          <p:cNvSpPr>
            <a:spLocks noGrp="1"/>
          </p:cNvSpPr>
          <p:nvPr>
            <p:ph type="body"/>
          </p:nvPr>
        </p:nvSpPr>
        <p:spPr>
          <a:xfrm>
            <a:off x="8112240" y="1620000"/>
            <a:ext cx="3599640" cy="4319640"/>
          </a:xfrm>
          <a:prstGeom prst="rect">
            <a:avLst/>
          </a:prstGeom>
          <a:noFill/>
          <a:ln w="0">
            <a:noFill/>
          </a:ln>
        </p:spPr>
        <p:txBody>
          <a:bodyPr lIns="0" rIns="0" tIns="0" bIns="0" anchor="t">
            <a:noAutofit/>
          </a:bodyPr>
          <a:p>
            <a:pPr indent="0" defTabSz="914400">
              <a:lnSpc>
                <a:spcPts val="2001"/>
              </a:lnSpc>
              <a:spcBef>
                <a:spcPts val="850"/>
              </a:spcBef>
              <a:buNone/>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indent="-288000" defTabSz="914400">
              <a:lnSpc>
                <a:spcPts val="2001"/>
              </a:lnSpc>
              <a:spcBef>
                <a:spcPts val="283"/>
              </a:spcBef>
              <a:buClr>
                <a:srgbClr val="000000"/>
              </a:buClr>
              <a:buFont typeface="Calibri"/>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indent="0" defTabSz="914400">
              <a:lnSpc>
                <a:spcPts val="1400"/>
              </a:lnSpc>
              <a:spcBef>
                <a:spcPts val="601"/>
              </a:spcBef>
              <a:buNone/>
              <a:tabLst>
                <a:tab algn="l" pos="0"/>
              </a:tabLst>
            </a:pPr>
            <a:r>
              <a:rPr b="0" lang="de-DE" sz="1200" strike="noStrike" u="none">
                <a:solidFill>
                  <a:schemeClr val="dk1"/>
                </a:solidFill>
                <a:effectLst/>
                <a:uFillTx/>
                <a:latin typeface="Calibri"/>
                <a:ea typeface="Arial"/>
              </a:rPr>
              <a:t>Dritte Ebene</a:t>
            </a:r>
            <a:endParaRPr b="0" lang="de-DE" sz="12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Vierte Ebene</a:t>
            </a:r>
            <a:endParaRPr b="0" lang="de-DE" sz="10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Fünfte Ebene</a:t>
            </a:r>
            <a:endParaRPr b="0" lang="de-DE" sz="1000" strike="noStrike" u="none">
              <a:solidFill>
                <a:schemeClr val="dk1"/>
              </a:solidFill>
              <a:effectLst/>
              <a:uFillTx/>
              <a:latin typeface="Calibri"/>
            </a:endParaRPr>
          </a:p>
        </p:txBody>
      </p:sp>
      <p:sp>
        <p:nvSpPr>
          <p:cNvPr id="113" name="Rechteck 8"/>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34E712F8-9EB8-4DB5-B270-2DF2223968D2}"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15" name="Grafik 9" descr=""/>
          <p:cNvPicPr/>
          <p:nvPr/>
        </p:nvPicPr>
        <p:blipFill>
          <a:blip r:embed="rId2"/>
          <a:stretch/>
        </p:blipFill>
        <p:spPr>
          <a:xfrm>
            <a:off x="417600" y="6228000"/>
            <a:ext cx="542160" cy="432360"/>
          </a:xfrm>
          <a:prstGeom prst="rect">
            <a:avLst/>
          </a:prstGeom>
          <a:noFill/>
          <a:ln w="0">
            <a:noFill/>
          </a:ln>
        </p:spPr>
      </p:pic>
      <p:sp>
        <p:nvSpPr>
          <p:cNvPr id="116"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17" name="Grafik 12" descr=""/>
          <p:cNvPicPr/>
          <p:nvPr/>
        </p:nvPicPr>
        <p:blipFill>
          <a:blip r:embed="rId3"/>
          <a:stretch/>
        </p:blipFill>
        <p:spPr>
          <a:xfrm>
            <a:off x="11197440" y="6224760"/>
            <a:ext cx="562320" cy="464040"/>
          </a:xfrm>
          <a:prstGeom prst="rect">
            <a:avLst/>
          </a:prstGeom>
          <a:noFill/>
          <a:ln w="0">
            <a:noFill/>
          </a:ln>
        </p:spPr>
      </p:pic>
      <p:sp>
        <p:nvSpPr>
          <p:cNvPr id="118" name="PlaceHolder 1"/>
          <p:cNvSpPr>
            <a:spLocks noGrp="1"/>
          </p:cNvSpPr>
          <p:nvPr>
            <p:ph type="body"/>
          </p:nvPr>
        </p:nvSpPr>
        <p:spPr>
          <a:xfrm>
            <a:off x="997200" y="1619280"/>
            <a:ext cx="7739640" cy="432072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119" name="PlaceHolder 2"/>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120" name="Grafik 15" descr=""/>
          <p:cNvPicPr/>
          <p:nvPr/>
        </p:nvPicPr>
        <p:blipFill>
          <a:blip r:embed="rId4"/>
          <a:stretch/>
        </p:blipFill>
        <p:spPr>
          <a:xfrm>
            <a:off x="997200" y="496800"/>
            <a:ext cx="7704360" cy="36360"/>
          </a:xfrm>
          <a:prstGeom prst="rect">
            <a:avLst/>
          </a:prstGeom>
          <a:noFill/>
          <a:ln w="0">
            <a:noFill/>
          </a:ln>
        </p:spPr>
      </p:pic>
      <p:pic>
        <p:nvPicPr>
          <p:cNvPr id="121" name="Grafik 16" descr=""/>
          <p:cNvPicPr/>
          <p:nvPr/>
        </p:nvPicPr>
        <p:blipFill>
          <a:blip r:embed="rId5"/>
          <a:stretch/>
        </p:blipFill>
        <p:spPr>
          <a:xfrm>
            <a:off x="4007520" y="496800"/>
            <a:ext cx="7704360" cy="36360"/>
          </a:xfrm>
          <a:prstGeom prst="rect">
            <a:avLst/>
          </a:prstGeom>
          <a:noFill/>
          <a:ln w="0">
            <a:noFill/>
          </a:ln>
        </p:spPr>
      </p:pic>
      <p:sp>
        <p:nvSpPr>
          <p:cNvPr id="122" name="PlaceHolder 3"/>
          <p:cNvSpPr>
            <a:spLocks noGrp="1"/>
          </p:cNvSpPr>
          <p:nvPr>
            <p:ph type="body"/>
          </p:nvPr>
        </p:nvSpPr>
        <p:spPr>
          <a:xfrm>
            <a:off x="9012240" y="1620000"/>
            <a:ext cx="2699640" cy="4319640"/>
          </a:xfrm>
          <a:prstGeom prst="rect">
            <a:avLst/>
          </a:prstGeom>
          <a:noFill/>
          <a:ln w="0">
            <a:noFill/>
          </a:ln>
        </p:spPr>
        <p:txBody>
          <a:bodyPr lIns="0" rIns="0" tIns="0" bIns="0" anchor="t">
            <a:noAutofit/>
          </a:bodyPr>
          <a:p>
            <a:pPr indent="0" defTabSz="914400">
              <a:lnSpc>
                <a:spcPts val="2001"/>
              </a:lnSpc>
              <a:spcBef>
                <a:spcPts val="850"/>
              </a:spcBef>
              <a:buNone/>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indent="-288000" defTabSz="914400">
              <a:lnSpc>
                <a:spcPts val="2001"/>
              </a:lnSpc>
              <a:spcBef>
                <a:spcPts val="283"/>
              </a:spcBef>
              <a:buClr>
                <a:srgbClr val="000000"/>
              </a:buClr>
              <a:buFont typeface="Calibri"/>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indent="0" defTabSz="914400">
              <a:lnSpc>
                <a:spcPts val="1400"/>
              </a:lnSpc>
              <a:spcBef>
                <a:spcPts val="601"/>
              </a:spcBef>
              <a:buNone/>
              <a:tabLst>
                <a:tab algn="l" pos="0"/>
              </a:tabLst>
            </a:pPr>
            <a:r>
              <a:rPr b="0" lang="de-DE" sz="1200" strike="noStrike" u="none">
                <a:solidFill>
                  <a:schemeClr val="dk1"/>
                </a:solidFill>
                <a:effectLst/>
                <a:uFillTx/>
                <a:latin typeface="Calibri"/>
                <a:ea typeface="Arial"/>
              </a:rPr>
              <a:t>Dritte Ebene</a:t>
            </a:r>
            <a:endParaRPr b="0" lang="de-DE" sz="12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Vierte Ebene</a:t>
            </a:r>
            <a:endParaRPr b="0" lang="de-DE" sz="1000" strike="noStrike" u="none">
              <a:solidFill>
                <a:schemeClr val="dk1"/>
              </a:solidFill>
              <a:effectLst/>
              <a:uFillTx/>
              <a:latin typeface="Calibri"/>
            </a:endParaRPr>
          </a:p>
          <a:p>
            <a:pPr indent="0" defTabSz="914400">
              <a:lnSpc>
                <a:spcPts val="1400"/>
              </a:lnSpc>
              <a:spcBef>
                <a:spcPts val="601"/>
              </a:spcBef>
              <a:buNone/>
              <a:tabLst>
                <a:tab algn="l" pos="0"/>
              </a:tabLst>
            </a:pPr>
            <a:r>
              <a:rPr b="1" lang="de-DE" sz="1000" strike="noStrike" u="none">
                <a:solidFill>
                  <a:schemeClr val="dk1"/>
                </a:solidFill>
                <a:effectLst/>
                <a:uFillTx/>
                <a:latin typeface="Calibri"/>
                <a:ea typeface="Arial"/>
              </a:rPr>
              <a:t>Fünfte Ebene</a:t>
            </a:r>
            <a:endParaRPr b="0" lang="de-DE" sz="1000" strike="noStrike" u="none">
              <a:solidFill>
                <a:schemeClr val="dk1"/>
              </a:solidFill>
              <a:effectLst/>
              <a:uFillTx/>
              <a:latin typeface="Calibri"/>
            </a:endParaRPr>
          </a:p>
        </p:txBody>
      </p:sp>
      <p:sp>
        <p:nvSpPr>
          <p:cNvPr id="123" name="Rechteck 8"/>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F2AEF439-C4B1-458A-B4E9-3F63880FBEF1}"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25" name="Grafik 9" descr=""/>
          <p:cNvPicPr/>
          <p:nvPr/>
        </p:nvPicPr>
        <p:blipFill>
          <a:blip r:embed="rId2"/>
          <a:stretch/>
        </p:blipFill>
        <p:spPr>
          <a:xfrm>
            <a:off x="417600" y="6228000"/>
            <a:ext cx="542160" cy="432360"/>
          </a:xfrm>
          <a:prstGeom prst="rect">
            <a:avLst/>
          </a:prstGeom>
          <a:noFill/>
          <a:ln w="0">
            <a:noFill/>
          </a:ln>
        </p:spPr>
      </p:pic>
      <p:sp>
        <p:nvSpPr>
          <p:cNvPr id="126"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27" name="Grafik 12" descr=""/>
          <p:cNvPicPr/>
          <p:nvPr/>
        </p:nvPicPr>
        <p:blipFill>
          <a:blip r:embed="rId3"/>
          <a:stretch/>
        </p:blipFill>
        <p:spPr>
          <a:xfrm>
            <a:off x="11197440" y="6224760"/>
            <a:ext cx="562320" cy="464040"/>
          </a:xfrm>
          <a:prstGeom prst="rect">
            <a:avLst/>
          </a:prstGeom>
          <a:noFill/>
          <a:ln w="0">
            <a:noFill/>
          </a:ln>
        </p:spPr>
      </p:pic>
      <p:sp>
        <p:nvSpPr>
          <p:cNvPr id="128" name="PlaceHolder 1"/>
          <p:cNvSpPr>
            <a:spLocks noGrp="1"/>
          </p:cNvSpPr>
          <p:nvPr>
            <p:ph type="body"/>
          </p:nvPr>
        </p:nvSpPr>
        <p:spPr>
          <a:xfrm>
            <a:off x="997200" y="1619280"/>
            <a:ext cx="10714680" cy="4320720"/>
          </a:xfrm>
          <a:prstGeom prst="rect">
            <a:avLst/>
          </a:prstGeom>
          <a:noFill/>
          <a:ln w="0">
            <a:noFill/>
          </a:ln>
        </p:spPr>
        <p:txBody>
          <a:bodyPr lIns="90000" rIns="90000" tIns="45000" bIns="45000" anchor="t">
            <a:noAutofit/>
          </a:bodyPr>
          <a:p>
            <a:pPr marL="432000" indent="-324000" defTabSz="914400">
              <a:lnSpc>
                <a:spcPct val="100000"/>
              </a:lnSpc>
              <a:buClr>
                <a:srgbClr val="000000"/>
              </a:buClr>
              <a:buSzPct val="45000"/>
              <a:buFont typeface="Wingdings" charset="2"/>
              <a:buChar char=""/>
            </a:pPr>
            <a:r>
              <a:rPr b="0" lang="de-DE" sz="1800" strike="noStrike" u="none">
                <a:solidFill>
                  <a:schemeClr val="dk1"/>
                </a:solidFill>
                <a:effectLst/>
                <a:uFillTx/>
                <a:latin typeface="Calibri"/>
                <a:ea typeface="Arial"/>
              </a:rPr>
              <a:t>Bild durch Klicken auf Symbol hinzufügen</a:t>
            </a:r>
            <a:endParaRPr b="0" lang="de-DE" sz="1800" strike="noStrike" u="none">
              <a:solidFill>
                <a:schemeClr val="dk1"/>
              </a:solidFill>
              <a:effectLst/>
              <a:uFillTx/>
              <a:latin typeface="Calibri"/>
            </a:endParaRPr>
          </a:p>
        </p:txBody>
      </p:sp>
      <p:sp>
        <p:nvSpPr>
          <p:cNvPr id="129" name="PlaceHolder 2"/>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pic>
        <p:nvPicPr>
          <p:cNvPr id="130" name="Grafik 14" descr=""/>
          <p:cNvPicPr/>
          <p:nvPr/>
        </p:nvPicPr>
        <p:blipFill>
          <a:blip r:embed="rId4"/>
          <a:stretch/>
        </p:blipFill>
        <p:spPr>
          <a:xfrm>
            <a:off x="997200" y="496800"/>
            <a:ext cx="7704360" cy="36360"/>
          </a:xfrm>
          <a:prstGeom prst="rect">
            <a:avLst/>
          </a:prstGeom>
          <a:noFill/>
          <a:ln w="0">
            <a:noFill/>
          </a:ln>
        </p:spPr>
      </p:pic>
      <p:pic>
        <p:nvPicPr>
          <p:cNvPr id="131" name="Grafik 15" descr=""/>
          <p:cNvPicPr/>
          <p:nvPr/>
        </p:nvPicPr>
        <p:blipFill>
          <a:blip r:embed="rId5"/>
          <a:stretch/>
        </p:blipFill>
        <p:spPr>
          <a:xfrm>
            <a:off x="4007520" y="496800"/>
            <a:ext cx="7704360" cy="36360"/>
          </a:xfrm>
          <a:prstGeom prst="rect">
            <a:avLst/>
          </a:prstGeom>
          <a:noFill/>
          <a:ln w="0">
            <a:noFill/>
          </a:ln>
        </p:spPr>
      </p:pic>
      <p:sp>
        <p:nvSpPr>
          <p:cNvPr id="132" name="Rechteck 7"/>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Datumsplatzhalter 2"/>
          <p:cNvSpPr/>
          <p:nvPr/>
        </p:nvSpPr>
        <p:spPr>
          <a:xfrm>
            <a:off x="3960000" y="6477480"/>
            <a:ext cx="322920" cy="12744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0EBF6980-EDDE-44E9-BE0A-6D0C80BE31B8}"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34" name="Grafik 9" descr=""/>
          <p:cNvPicPr/>
          <p:nvPr/>
        </p:nvPicPr>
        <p:blipFill>
          <a:blip r:embed="rId2"/>
          <a:stretch/>
        </p:blipFill>
        <p:spPr>
          <a:xfrm>
            <a:off x="417600" y="6228000"/>
            <a:ext cx="542160" cy="432360"/>
          </a:xfrm>
          <a:prstGeom prst="rect">
            <a:avLst/>
          </a:prstGeom>
          <a:noFill/>
          <a:ln w="0">
            <a:noFill/>
          </a:ln>
        </p:spPr>
      </p:pic>
      <p:sp>
        <p:nvSpPr>
          <p:cNvPr id="135" name="Textfeld 10"/>
          <p:cNvSpPr/>
          <p:nvPr/>
        </p:nvSpPr>
        <p:spPr>
          <a:xfrm flipH="1">
            <a:off x="996120" y="6480000"/>
            <a:ext cx="2422440" cy="25452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36" name="Grafik 12" descr=""/>
          <p:cNvPicPr/>
          <p:nvPr/>
        </p:nvPicPr>
        <p:blipFill>
          <a:blip r:embed="rId3"/>
          <a:stretch/>
        </p:blipFill>
        <p:spPr>
          <a:xfrm>
            <a:off x="11197440" y="6224760"/>
            <a:ext cx="562320" cy="464040"/>
          </a:xfrm>
          <a:prstGeom prst="rect">
            <a:avLst/>
          </a:prstGeom>
          <a:noFill/>
          <a:ln w="0">
            <a:noFill/>
          </a:ln>
        </p:spPr>
      </p:pic>
      <p:sp>
        <p:nvSpPr>
          <p:cNvPr id="137" name="PlaceHolder 1"/>
          <p:cNvSpPr>
            <a:spLocks noGrp="1"/>
          </p:cNvSpPr>
          <p:nvPr>
            <p:ph type="title"/>
          </p:nvPr>
        </p:nvSpPr>
        <p:spPr>
          <a:xfrm>
            <a:off x="997200" y="676800"/>
            <a:ext cx="10714680" cy="324720"/>
          </a:xfrm>
          <a:prstGeom prst="rect">
            <a:avLst/>
          </a:prstGeom>
          <a:noFill/>
          <a:ln w="0">
            <a:noFill/>
          </a:ln>
        </p:spPr>
        <p:txBody>
          <a:bodyPr lIns="0" rIns="0" tIns="0" bIns="0" anchor="t">
            <a:noAutofit/>
          </a:bodyPr>
          <a:p>
            <a:pPr indent="0" defTabSz="914400">
              <a:lnSpc>
                <a:spcPts val="2500"/>
              </a:lnSpc>
              <a:buNone/>
            </a:pPr>
            <a:r>
              <a:rPr b="1" lang="de-DE" sz="2500" strike="noStrike" u="none" cap="all">
                <a:solidFill>
                  <a:schemeClr val="dk1"/>
                </a:solidFill>
                <a:effectLst/>
                <a:uFillTx/>
                <a:latin typeface="Calibri"/>
                <a:ea typeface="Arial"/>
              </a:rPr>
              <a:t>Titelmasterformat durch Klicken bearbeiten</a:t>
            </a:r>
            <a:endParaRPr b="0" lang="de-DE" sz="2500" strike="noStrike" u="none">
              <a:solidFill>
                <a:schemeClr val="dk1"/>
              </a:solidFill>
              <a:effectLst/>
              <a:uFillTx/>
              <a:latin typeface="Calibri"/>
            </a:endParaRPr>
          </a:p>
        </p:txBody>
      </p:sp>
      <p:sp>
        <p:nvSpPr>
          <p:cNvPr id="138" name="PlaceHolder 2"/>
          <p:cNvSpPr>
            <a:spLocks noGrp="1"/>
          </p:cNvSpPr>
          <p:nvPr>
            <p:ph type="body"/>
          </p:nvPr>
        </p:nvSpPr>
        <p:spPr>
          <a:xfrm>
            <a:off x="997200" y="1620000"/>
            <a:ext cx="10714680" cy="4319640"/>
          </a:xfrm>
          <a:prstGeom prst="rect">
            <a:avLst/>
          </a:prstGeom>
          <a:noFill/>
          <a:ln w="0">
            <a:noFill/>
          </a:ln>
        </p:spPr>
        <p:txBody>
          <a:bodyPr numCol="2" spcCol="0" lIns="0" rIns="0" tIns="0" bIns="0" anchor="t">
            <a:noAutofit/>
          </a:bodyPr>
          <a:p>
            <a:pPr marL="432000" indent="-324000" defTabSz="914400">
              <a:lnSpc>
                <a:spcPts val="2001"/>
              </a:lnSpc>
              <a:spcBef>
                <a:spcPts val="850"/>
              </a:spcBef>
              <a:buClr>
                <a:srgbClr val="000000"/>
              </a:buClr>
              <a:buSzPct val="45000"/>
              <a:buFont typeface="Wingdings" charset="2"/>
              <a:buChar char=""/>
              <a:tabLst>
                <a:tab algn="l" pos="0"/>
              </a:tabLst>
            </a:pPr>
            <a:r>
              <a:rPr b="0" lang="de-DE" sz="1600" strike="noStrike" u="none">
                <a:solidFill>
                  <a:schemeClr val="dk1"/>
                </a:solidFill>
                <a:effectLst/>
                <a:uFillTx/>
                <a:latin typeface="Calibri"/>
                <a:ea typeface="Arial"/>
              </a:rPr>
              <a:t>Formatvorlagen des Textmasters bearbeiten</a:t>
            </a:r>
            <a:endParaRPr b="0" lang="de-DE" sz="1600" strike="noStrike" u="none">
              <a:solidFill>
                <a:schemeClr val="dk1"/>
              </a:solidFill>
              <a:effectLst/>
              <a:uFillTx/>
              <a:latin typeface="Calibri"/>
            </a:endParaRPr>
          </a:p>
          <a:p>
            <a:pPr lvl="1" marL="864000" indent="-324000" defTabSz="914400">
              <a:lnSpc>
                <a:spcPts val="2001"/>
              </a:lnSpc>
              <a:spcBef>
                <a:spcPts val="283"/>
              </a:spcBef>
              <a:buClr>
                <a:srgbClr val="000000"/>
              </a:buClr>
              <a:buSzPct val="75000"/>
              <a:buFont typeface="Symbol" charset="2"/>
              <a:buChar char=""/>
              <a:tabLst>
                <a:tab algn="l" pos="0"/>
              </a:tabLst>
            </a:pPr>
            <a:r>
              <a:rPr b="0" lang="de-DE" sz="1600" strike="noStrike" u="none">
                <a:solidFill>
                  <a:schemeClr val="dk1"/>
                </a:solidFill>
                <a:effectLst/>
                <a:uFillTx/>
                <a:latin typeface="Calibri"/>
                <a:ea typeface="Arial"/>
              </a:rPr>
              <a:t>Zweite Ebene</a:t>
            </a:r>
            <a:endParaRPr b="0" lang="de-DE" sz="1600" strike="noStrike" u="none">
              <a:solidFill>
                <a:schemeClr val="dk1"/>
              </a:solidFill>
              <a:effectLst/>
              <a:uFillTx/>
              <a:latin typeface="Calibri"/>
            </a:endParaRPr>
          </a:p>
          <a:p>
            <a:pPr lvl="2" marL="1296000" indent="-288000" defTabSz="914400">
              <a:lnSpc>
                <a:spcPts val="1400"/>
              </a:lnSpc>
              <a:spcBef>
                <a:spcPts val="850"/>
              </a:spcBef>
              <a:buClr>
                <a:srgbClr val="000000"/>
              </a:buClr>
              <a:buSzPct val="45000"/>
              <a:buFont typeface="Wingdings" charset="2"/>
              <a:buChar char=""/>
              <a:tabLst>
                <a:tab algn="l" pos="0"/>
              </a:tabLst>
            </a:pPr>
            <a:r>
              <a:rPr b="0" lang="de-DE" sz="1200" strike="noStrike" u="none">
                <a:solidFill>
                  <a:schemeClr val="dk1"/>
                </a:solidFill>
                <a:effectLst/>
                <a:uFillTx/>
                <a:latin typeface="Calibri"/>
                <a:ea typeface="Arial"/>
              </a:rPr>
              <a:t>Dritte Ebene</a:t>
            </a:r>
            <a:endParaRPr b="1" lang="de-DE" sz="1200" strike="noStrike" u="none">
              <a:solidFill>
                <a:schemeClr val="dk1"/>
              </a:solidFill>
              <a:effectLst/>
              <a:uFillTx/>
              <a:latin typeface="Calibri"/>
            </a:endParaRPr>
          </a:p>
          <a:p>
            <a:pPr lvl="3" marL="1728000" indent="-216000" defTabSz="914400">
              <a:lnSpc>
                <a:spcPts val="1400"/>
              </a:lnSpc>
              <a:spcBef>
                <a:spcPts val="567"/>
              </a:spcBef>
              <a:buClr>
                <a:srgbClr val="000000"/>
              </a:buClr>
              <a:buSzPct val="75000"/>
              <a:buFont typeface="Symbol" charset="2"/>
              <a:buChar char=""/>
              <a:tabLst>
                <a:tab algn="l" pos="0"/>
              </a:tabLst>
            </a:pPr>
            <a:r>
              <a:rPr b="1" lang="de-DE" sz="1000" strike="noStrike" u="none">
                <a:solidFill>
                  <a:schemeClr val="dk1"/>
                </a:solidFill>
                <a:effectLst/>
                <a:uFillTx/>
                <a:latin typeface="Calibri"/>
                <a:ea typeface="Arial"/>
              </a:rPr>
              <a:t>Vierte Ebene</a:t>
            </a:r>
            <a:endParaRPr b="1" lang="de-DE" sz="1000" strike="noStrike" u="none">
              <a:solidFill>
                <a:schemeClr val="dk1"/>
              </a:solidFill>
              <a:effectLst/>
              <a:uFillTx/>
              <a:latin typeface="Calibri"/>
            </a:endParaRPr>
          </a:p>
          <a:p>
            <a:pPr lvl="4" marL="2160000" indent="-216000" defTabSz="914400">
              <a:lnSpc>
                <a:spcPts val="1400"/>
              </a:lnSpc>
              <a:spcBef>
                <a:spcPts val="283"/>
              </a:spcBef>
              <a:buClr>
                <a:srgbClr val="000000"/>
              </a:buClr>
              <a:buSzPct val="45000"/>
              <a:buFont typeface="Wingdings" charset="2"/>
              <a:buChar char=""/>
              <a:tabLst>
                <a:tab algn="l" pos="0"/>
              </a:tabLst>
            </a:pPr>
            <a:r>
              <a:rPr b="1" lang="de-DE" sz="1000" strike="noStrike" u="none">
                <a:solidFill>
                  <a:schemeClr val="dk1"/>
                </a:solidFill>
                <a:effectLst/>
                <a:uFillTx/>
                <a:latin typeface="Calibri"/>
                <a:ea typeface="Arial"/>
              </a:rPr>
              <a:t>Fünfte Ebene</a:t>
            </a:r>
            <a:endParaRPr b="1" lang="de-DE" sz="1000" strike="noStrike" u="none">
              <a:solidFill>
                <a:schemeClr val="dk1"/>
              </a:solidFill>
              <a:effectLst/>
              <a:uFillTx/>
              <a:latin typeface="Calibri"/>
            </a:endParaRPr>
          </a:p>
        </p:txBody>
      </p:sp>
      <p:pic>
        <p:nvPicPr>
          <p:cNvPr id="139" name="Grafik 16" descr=""/>
          <p:cNvPicPr/>
          <p:nvPr/>
        </p:nvPicPr>
        <p:blipFill>
          <a:blip r:embed="rId4"/>
          <a:stretch/>
        </p:blipFill>
        <p:spPr>
          <a:xfrm>
            <a:off x="997200" y="496800"/>
            <a:ext cx="7704360" cy="36360"/>
          </a:xfrm>
          <a:prstGeom prst="rect">
            <a:avLst/>
          </a:prstGeom>
          <a:noFill/>
          <a:ln w="0">
            <a:noFill/>
          </a:ln>
        </p:spPr>
      </p:pic>
      <p:pic>
        <p:nvPicPr>
          <p:cNvPr id="140" name="Grafik 17" descr=""/>
          <p:cNvPicPr/>
          <p:nvPr/>
        </p:nvPicPr>
        <p:blipFill>
          <a:blip r:embed="rId5"/>
          <a:stretch/>
        </p:blipFill>
        <p:spPr>
          <a:xfrm>
            <a:off x="4007520" y="496800"/>
            <a:ext cx="7704360" cy="36360"/>
          </a:xfrm>
          <a:prstGeom prst="rect">
            <a:avLst/>
          </a:prstGeom>
          <a:noFill/>
          <a:ln w="0">
            <a:noFill/>
          </a:ln>
        </p:spPr>
      </p:pic>
      <p:sp>
        <p:nvSpPr>
          <p:cNvPr id="141" name="Rechteck 6"/>
          <p:cNvSpPr/>
          <p:nvPr/>
        </p:nvSpPr>
        <p:spPr>
          <a:xfrm>
            <a:off x="3794400" y="6279840"/>
            <a:ext cx="919440" cy="441000"/>
          </a:xfrm>
          <a:prstGeom prst="rect">
            <a:avLst/>
          </a:prstGeom>
          <a:solidFill>
            <a:schemeClr val="lt1"/>
          </a:solidFill>
          <a:ln w="12600">
            <a:solidFill>
              <a:schemeClr val="lt1"/>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Tree>
  </p:cSld>
  <p:clrMap bg1="lt1" tx1="dk1" bg2="lt2" tx2="dk2" accent1="accent1" accent2="accent2" accent3="accent3" accent4="accent4" accent5="accent5" accent6="accent6" hlink="hlink" folHlink="folHlink"/>
  <p:sldLayoutIdLst>
    <p:sldLayoutId id="2147483667"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005480" y="2232000"/>
            <a:ext cx="7698240" cy="1799640"/>
          </a:xfrm>
          <a:prstGeom prst="rect">
            <a:avLst/>
          </a:prstGeom>
          <a:noFill/>
          <a:ln w="0">
            <a:noFill/>
          </a:ln>
        </p:spPr>
        <p:txBody>
          <a:bodyPr lIns="0" rIns="0" tIns="0" bIns="0" anchor="t">
            <a:noAutofit/>
          </a:bodyPr>
          <a:p>
            <a:pPr indent="0" defTabSz="914400">
              <a:lnSpc>
                <a:spcPts val="5000"/>
              </a:lnSpc>
              <a:buNone/>
            </a:pPr>
            <a:r>
              <a:rPr b="1" lang="en-US" sz="5000" strike="noStrike" u="none" cap="all">
                <a:solidFill>
                  <a:schemeClr val="dk1"/>
                </a:solidFill>
                <a:effectLst/>
                <a:uFillTx/>
                <a:latin typeface="Calibri"/>
                <a:ea typeface="Arial"/>
              </a:rPr>
              <a:t>10_Modeling of infectious diseases</a:t>
            </a:r>
            <a:endParaRPr b="0" lang="de-DE" sz="5000" strike="noStrike" u="none">
              <a:solidFill>
                <a:schemeClr val="dk1"/>
              </a:solidFill>
              <a:effectLst/>
              <a:uFillTx/>
              <a:latin typeface="Calibri"/>
            </a:endParaRPr>
          </a:p>
        </p:txBody>
      </p:sp>
      <p:sp>
        <p:nvSpPr>
          <p:cNvPr id="149" name="PlaceHolder 2"/>
          <p:cNvSpPr>
            <a:spLocks noGrp="1"/>
          </p:cNvSpPr>
          <p:nvPr>
            <p:ph type="subTitle"/>
          </p:nvPr>
        </p:nvSpPr>
        <p:spPr>
          <a:xfrm>
            <a:off x="2730600" y="4860000"/>
            <a:ext cx="5973120" cy="1108800"/>
          </a:xfrm>
          <a:prstGeom prst="rect">
            <a:avLst/>
          </a:prstGeom>
          <a:noFill/>
          <a:ln w="0">
            <a:noFill/>
          </a:ln>
        </p:spPr>
        <p:txBody>
          <a:bodyPr lIns="0" rIns="0" tIns="0" bIns="0" anchor="t">
            <a:noAutofit/>
          </a:bodyPr>
          <a:p>
            <a:pPr indent="0" defTabSz="914400">
              <a:lnSpc>
                <a:spcPts val="2500"/>
              </a:lnSpc>
              <a:buNone/>
              <a:tabLst>
                <a:tab algn="l" pos="0"/>
              </a:tabLst>
            </a:pPr>
            <a:r>
              <a:rPr b="1" lang="de-DE" sz="2000" strike="noStrike" u="none">
                <a:solidFill>
                  <a:schemeClr val="dk1"/>
                </a:solidFill>
                <a:effectLst/>
                <a:uFillTx/>
                <a:latin typeface="Calibri"/>
                <a:ea typeface="Arial"/>
              </a:rPr>
              <a:t>Lecture</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Robert Heyer</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27.05.2026</a:t>
            </a:r>
            <a:endParaRPr b="0" lang="en-US" sz="2000" strike="noStrike" u="none">
              <a:solidFill>
                <a:srgbClr val="000000"/>
              </a:solidFill>
              <a:effectLst/>
              <a:uFillTx/>
              <a:latin typeface="Arial"/>
            </a:endParaRPr>
          </a:p>
        </p:txBody>
      </p:sp>
      <p:pic>
        <p:nvPicPr>
          <p:cNvPr id="150" name="Grafik 1" descr=""/>
          <p:cNvPicPr/>
          <p:nvPr/>
        </p:nvPicPr>
        <p:blipFill>
          <a:blip r:embed="rId1"/>
          <a:stretch/>
        </p:blipFill>
        <p:spPr>
          <a:xfrm>
            <a:off x="336960" y="117360"/>
            <a:ext cx="2025720" cy="786240"/>
          </a:xfrm>
          <a:prstGeom prst="rect">
            <a:avLst/>
          </a:prstGeom>
          <a:noFill/>
          <a:ln w="0">
            <a:noFill/>
          </a:ln>
        </p:spPr>
      </p:pic>
      <p:pic>
        <p:nvPicPr>
          <p:cNvPr id="151" name="" descr=""/>
          <p:cNvPicPr/>
          <p:nvPr/>
        </p:nvPicPr>
        <p:blipFill>
          <a:blip r:embed="rId2"/>
          <a:stretch/>
        </p:blipFill>
        <p:spPr>
          <a:xfrm>
            <a:off x="5553360" y="3543480"/>
            <a:ext cx="5876640" cy="30859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Epidemiology</a:t>
            </a:r>
            <a:endParaRPr b="0" lang="de-DE" sz="2500" strike="noStrike" u="none">
              <a:solidFill>
                <a:schemeClr val="dk1"/>
              </a:solidFill>
              <a:effectLst/>
              <a:uFillTx/>
              <a:latin typeface="Calibri"/>
            </a:endParaRPr>
          </a:p>
        </p:txBody>
      </p:sp>
      <p:sp>
        <p:nvSpPr>
          <p:cNvPr id="153" name="Textfeld 3"/>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4DED0E3A-042F-40FC-B80C-4450BD889205}"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54" name="Rechteck 1"/>
          <p:cNvSpPr/>
          <p:nvPr/>
        </p:nvSpPr>
        <p:spPr>
          <a:xfrm>
            <a:off x="1007640" y="1018080"/>
            <a:ext cx="10784520" cy="64584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ndParaRPr>
          </a:p>
        </p:txBody>
      </p:sp>
      <p:sp>
        <p:nvSpPr>
          <p:cNvPr id="155" name="Textfeld 6"/>
          <p:cNvSpPr/>
          <p:nvPr/>
        </p:nvSpPr>
        <p:spPr>
          <a:xfrm>
            <a:off x="1032120" y="1143000"/>
            <a:ext cx="10506240" cy="267660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Epidemiology is a scientific discipline that studies the distribution, patterns, and determinants of infectious diseases in deﬁned populations. </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It is a cornerstone of public health, and shapes policy decisions and evidence-based practice by identifying risk factors for disease </a:t>
            </a:r>
            <a:r>
              <a:rPr b="0" lang="en-US" sz="1600" strike="noStrike" u="none">
                <a:solidFill>
                  <a:schemeClr val="dk1"/>
                </a:solidFill>
                <a:effectLst/>
                <a:uFillTx/>
                <a:latin typeface="Calibri"/>
                <a:ea typeface="Arial"/>
              </a:rPr>
              <a:t>and targets for preventive healthcare. </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mathematical modeling of an epidemic allows to describe the spread of an infectious disease and predicts its evolution</a:t>
            </a:r>
            <a:endParaRPr b="0" lang="en-US" sz="16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600" strike="noStrike" u="none">
                <a:solidFill>
                  <a:schemeClr val="dk1"/>
                </a:solidFill>
                <a:effectLst/>
                <a:uFillTx/>
                <a:latin typeface="Calibri"/>
                <a:ea typeface="Arial"/>
              </a:rPr>
              <a:t> </a:t>
            </a: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156" name="Chevron 1"/>
          <p:cNvSpPr/>
          <p:nvPr/>
        </p:nvSpPr>
        <p:spPr>
          <a:xfrm>
            <a:off x="92628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Introduction</a:t>
            </a:r>
            <a:endParaRPr b="0" lang="en-US" sz="1400" strike="noStrike" u="none">
              <a:solidFill>
                <a:srgbClr val="ffffff"/>
              </a:solidFill>
              <a:effectLst/>
              <a:uFillTx/>
              <a:latin typeface="Arial"/>
            </a:endParaRPr>
          </a:p>
        </p:txBody>
      </p:sp>
      <p:sp>
        <p:nvSpPr>
          <p:cNvPr id="157" name="Chevron 3"/>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a:t>
            </a:r>
            <a:endParaRPr b="0" lang="en-US" sz="1400" strike="noStrike" u="none">
              <a:solidFill>
                <a:srgbClr val="ffffff"/>
              </a:solidFill>
              <a:effectLst/>
              <a:uFillTx/>
              <a:latin typeface="Arial"/>
            </a:endParaRPr>
          </a:p>
        </p:txBody>
      </p:sp>
      <p:sp>
        <p:nvSpPr>
          <p:cNvPr id="158" name="Chevron 4"/>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a:t>
            </a:r>
            <a:endParaRPr b="0" lang="en-US" sz="1400" strike="noStrike" u="none">
              <a:solidFill>
                <a:srgbClr val="ffffff"/>
              </a:solidFill>
              <a:effectLst/>
              <a:uFillTx/>
              <a:latin typeface="Arial"/>
            </a:endParaRPr>
          </a:p>
        </p:txBody>
      </p:sp>
      <p:sp>
        <p:nvSpPr>
          <p:cNvPr id="159" name="Chevron 2"/>
          <p:cNvSpPr/>
          <p:nvPr/>
        </p:nvSpPr>
        <p:spPr>
          <a:xfrm>
            <a:off x="362916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Idea Metabolic modeling</a:t>
            </a:r>
            <a:endParaRPr b="0" lang="de-DE" sz="2500" strike="noStrike" u="none">
              <a:solidFill>
                <a:schemeClr val="dk1"/>
              </a:solidFill>
              <a:effectLst/>
              <a:uFillTx/>
              <a:latin typeface="Calibri"/>
            </a:endParaRPr>
          </a:p>
        </p:txBody>
      </p:sp>
      <p:sp>
        <p:nvSpPr>
          <p:cNvPr id="161" name="Textfeld 26"/>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de-DE" sz="1800" strike="noStrike" u="none">
                <a:solidFill>
                  <a:schemeClr val="dk1"/>
                </a:solidFill>
                <a:effectLst/>
                <a:uFillTx/>
                <a:latin typeface="Calibri"/>
                <a:ea typeface="Arial"/>
              </a:rPr>
              <a:t>0</a:t>
            </a:r>
            <a:fld id="{E70711C5-93CE-450F-A043-A298F6EC3211}"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62" name="Chevron 9"/>
          <p:cNvSpPr/>
          <p:nvPr/>
        </p:nvSpPr>
        <p:spPr>
          <a:xfrm>
            <a:off x="92628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a:t>
            </a:r>
            <a:endParaRPr b="0" lang="en-US" sz="1400" strike="noStrike" u="none">
              <a:solidFill>
                <a:srgbClr val="ffffff"/>
              </a:solidFill>
              <a:effectLst/>
              <a:uFillTx/>
              <a:latin typeface="Arial"/>
            </a:endParaRPr>
          </a:p>
        </p:txBody>
      </p:sp>
      <p:sp>
        <p:nvSpPr>
          <p:cNvPr id="163" name="Chevron 9"/>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164" name="Chevron 9"/>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165" name="Chevron 9"/>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pic>
        <p:nvPicPr>
          <p:cNvPr id="166" name="" descr=""/>
          <p:cNvPicPr/>
          <p:nvPr/>
        </p:nvPicPr>
        <p:blipFill>
          <a:blip r:embed="rId1"/>
          <a:stretch/>
        </p:blipFill>
        <p:spPr>
          <a:xfrm>
            <a:off x="4648320" y="802080"/>
            <a:ext cx="7543800" cy="5630760"/>
          </a:xfrm>
          <a:prstGeom prst="rect">
            <a:avLst/>
          </a:prstGeom>
          <a:noFill/>
          <a:ln w="0">
            <a:noFill/>
          </a:ln>
        </p:spPr>
      </p:pic>
      <p:sp>
        <p:nvSpPr>
          <p:cNvPr id="167" name="Textfeld 1"/>
          <p:cNvSpPr/>
          <p:nvPr/>
        </p:nvSpPr>
        <p:spPr>
          <a:xfrm>
            <a:off x="914400" y="1128240"/>
            <a:ext cx="4676040" cy="30970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endParaRPr b="0" lang="en-US" sz="10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DDE: </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ODE: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FDE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SDE: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PDE</a:t>
            </a: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004400" y="2232000"/>
            <a:ext cx="7701120" cy="1799640"/>
          </a:xfrm>
          <a:prstGeom prst="rect">
            <a:avLst/>
          </a:prstGeom>
          <a:noFill/>
          <a:ln w="0">
            <a:noFill/>
          </a:ln>
        </p:spPr>
        <p:txBody>
          <a:bodyPr lIns="0" rIns="0" tIns="0" bIns="0" anchor="t">
            <a:noAutofit/>
          </a:bodyPr>
          <a:p>
            <a:pPr indent="0" defTabSz="914400">
              <a:lnSpc>
                <a:spcPts val="5000"/>
              </a:lnSpc>
              <a:buNone/>
            </a:pPr>
            <a:r>
              <a:rPr b="1" lang="en-US" sz="5000" strike="noStrike" u="none" cap="all">
                <a:solidFill>
                  <a:schemeClr val="lt1"/>
                </a:solidFill>
                <a:effectLst/>
                <a:uFillTx/>
                <a:latin typeface="Calibri"/>
                <a:ea typeface="Arial"/>
              </a:rPr>
              <a:t>The foundation: compartmental models</a:t>
            </a:r>
            <a:endParaRPr b="0" lang="de-DE" sz="50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ct val="1000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170" name="Textfeld 26"/>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3E5275E4-A858-469E-8859-9F12C8CE7BA9}"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71" name="Rechteck 37"/>
          <p:cNvSpPr/>
          <p:nvPr/>
        </p:nvSpPr>
        <p:spPr>
          <a:xfrm>
            <a:off x="1091880" y="881640"/>
            <a:ext cx="10688400" cy="36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chemeClr val="dk1"/>
                </a:solidFill>
                <a:effectLst/>
                <a:uFillTx/>
                <a:latin typeface="Calibri"/>
                <a:ea typeface="Arial"/>
              </a:rPr>
              <a:t>Compartmental model use a set of differential equations t describe an epidemic </a:t>
            </a:r>
            <a:endParaRPr b="0" lang="en-US" sz="1800" strike="noStrike" u="none">
              <a:solidFill>
                <a:srgbClr val="000000"/>
              </a:solidFill>
              <a:effectLst/>
              <a:uFillTx/>
              <a:latin typeface="Arial"/>
            </a:endParaRPr>
          </a:p>
        </p:txBody>
      </p:sp>
      <p:sp>
        <p:nvSpPr>
          <p:cNvPr id="172" name="Chevron 9"/>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173" name="Chevron 9"/>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174" name="Chevron 9"/>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175" name="Chevron 9"/>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pic>
        <p:nvPicPr>
          <p:cNvPr id="176" name="" descr=""/>
          <p:cNvPicPr/>
          <p:nvPr/>
        </p:nvPicPr>
        <p:blipFill>
          <a:blip r:embed="rId1"/>
          <a:stretch/>
        </p:blipFill>
        <p:spPr>
          <a:xfrm>
            <a:off x="381240" y="1371600"/>
            <a:ext cx="10820160" cy="42210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178" name="Textfeld 4"/>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4A994778-5EDB-49D1-8B89-AD2B2EB94AA1}"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79" name="Rechteck 2"/>
          <p:cNvSpPr/>
          <p:nvPr/>
        </p:nvSpPr>
        <p:spPr>
          <a:xfrm>
            <a:off x="1091880" y="881640"/>
            <a:ext cx="10688400" cy="502740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Variables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S(t) : the class of those individuals who are capable of contracting the disease and becoming infected.</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I(t) : the class of infected individuals, those who capable of transmitting the disease to others.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R(t) : the class of those individuals who have had the disease and are dead, or have recovered and are permanently immune or are isolated.</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Parameters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β &gt; 0 : the infection/transmission rate.</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γ &gt; 0 : the recovery/removal rate.</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r>
              <a:rPr b="0" lang="en-US" sz="1800" strike="noStrike" u="none">
                <a:solidFill>
                  <a:schemeClr val="dk1"/>
                </a:solidFill>
                <a:effectLst/>
                <a:uFillTx/>
                <a:latin typeface="Calibri"/>
                <a:ea typeface="Arial"/>
              </a:rPr>
              <a:t>Limitations: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Vital dynamics (natural birth/death rate).</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Assumption of all infected being infectious.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Does not consider incubation periods.</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180" name="Chevron 5"/>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181" name="Chevron 6"/>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182" name="Chevron 7"/>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183" name="Chevron 8"/>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185" name="Textfeld 5"/>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7AB9FE1-01F5-4448-ABB4-7B6AEA5410F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86" name="Rechteck 4"/>
          <p:cNvSpPr/>
          <p:nvPr/>
        </p:nvSpPr>
        <p:spPr>
          <a:xfrm>
            <a:off x="1091880" y="881640"/>
            <a:ext cx="10688400" cy="91332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endParaRPr b="0" lang="en-US" sz="1800" strike="noStrike" u="none">
              <a:solidFill>
                <a:srgbClr val="000000"/>
              </a:solidFill>
              <a:effectLst/>
              <a:uFillTx/>
              <a:latin typeface="Arial"/>
            </a:endParaRPr>
          </a:p>
        </p:txBody>
      </p:sp>
      <p:sp>
        <p:nvSpPr>
          <p:cNvPr id="187" name="Chevron 10"/>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188" name="Chevron 11"/>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189" name="Chevron 12"/>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190" name="Chevron 13"/>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pic>
        <p:nvPicPr>
          <p:cNvPr id="191" name="" descr=""/>
          <p:cNvPicPr/>
          <p:nvPr/>
        </p:nvPicPr>
        <p:blipFill>
          <a:blip r:embed="rId1"/>
          <a:stretch/>
        </p:blipFill>
        <p:spPr>
          <a:xfrm>
            <a:off x="1371600" y="2020680"/>
            <a:ext cx="7648200" cy="32371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193" name="Textfeld 8"/>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9AFEA5D-3FAE-45F4-8D9C-84B3AC5710D1}"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194" name="Rechteck 6"/>
          <p:cNvSpPr/>
          <p:nvPr/>
        </p:nvSpPr>
        <p:spPr>
          <a:xfrm>
            <a:off x="1091880" y="881640"/>
            <a:ext cx="10688400" cy="228492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Extensions of SIR models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Usually made by considering more clinical states than just S(t), I(t), and R(t)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Examples of further compartments are: the vaccinated (V), the deceased (D), the asymptomatic (A), the hospitalized (H), the quarantined (Q)</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Introducing new parameters: natural mortality rate µ &gt; 0.</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195" name="Chevron 14"/>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196" name="Chevron 15"/>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197" name="Chevron 16"/>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198" name="Chevron 17"/>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200" name="Textfeld 9"/>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B17E8166-1476-4E8D-939D-17A0FCE13AB8}"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01" name="Rechteck 7"/>
          <p:cNvSpPr/>
          <p:nvPr/>
        </p:nvSpPr>
        <p:spPr>
          <a:xfrm>
            <a:off x="1091880" y="881640"/>
            <a:ext cx="10688400" cy="200988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r>
              <a:rPr b="0" lang="en-US" sz="1800" strike="noStrike" u="none">
                <a:solidFill>
                  <a:schemeClr val="dk1"/>
                </a:solidFill>
                <a:effectLst/>
                <a:uFillTx/>
                <a:latin typeface="Calibri"/>
                <a:ea typeface="Arial"/>
              </a:rPr>
              <a:t>Modification of the incidence rate</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r>
              <a:rPr b="0" lang="en-US" sz="1800" strike="noStrike" u="none">
                <a:solidFill>
                  <a:srgbClr val="000000"/>
                </a:solidFill>
                <a:effectLst/>
                <a:uFillTx/>
                <a:latin typeface="Arial"/>
              </a:rPr>
              <a:t>bilinear incidence rate ”βSI” of the original SIR model not accurate for large number of infected individuals because of saturation phenomena</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Wingdings" charset="2"/>
              <a:buChar char=""/>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202" name="Chevron 18"/>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203" name="Chevron 19"/>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204" name="Chevron 20"/>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205" name="Chevron 21"/>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pic>
        <p:nvPicPr>
          <p:cNvPr id="206" name="" descr=""/>
          <p:cNvPicPr/>
          <p:nvPr/>
        </p:nvPicPr>
        <p:blipFill>
          <a:blip r:embed="rId1"/>
          <a:stretch/>
        </p:blipFill>
        <p:spPr>
          <a:xfrm>
            <a:off x="2391120" y="2057400"/>
            <a:ext cx="7667280" cy="2057400"/>
          </a:xfrm>
          <a:prstGeom prst="rect">
            <a:avLst/>
          </a:prstGeom>
          <a:noFill/>
          <a:ln w="0">
            <a:noFill/>
          </a:ln>
        </p:spPr>
      </p:pic>
      <p:pic>
        <p:nvPicPr>
          <p:cNvPr id="207" name="" descr=""/>
          <p:cNvPicPr/>
          <p:nvPr/>
        </p:nvPicPr>
        <p:blipFill>
          <a:blip r:embed="rId2"/>
          <a:stretch/>
        </p:blipFill>
        <p:spPr>
          <a:xfrm>
            <a:off x="2385000" y="3657600"/>
            <a:ext cx="7796880" cy="20480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COMPARTMENTAL MODELS</a:t>
            </a:r>
            <a:endParaRPr b="0" lang="de-DE" sz="2500" strike="noStrike" u="none">
              <a:solidFill>
                <a:schemeClr val="dk1"/>
              </a:solidFill>
              <a:effectLst/>
              <a:uFillTx/>
              <a:latin typeface="Calibri"/>
            </a:endParaRPr>
          </a:p>
        </p:txBody>
      </p:sp>
      <p:sp>
        <p:nvSpPr>
          <p:cNvPr id="209" name="Textfeld 10"/>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29C6693F-5B3F-4C27-B9D8-A8DCC6D7DFC1}"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10" name="Chevron 22"/>
          <p:cNvSpPr/>
          <p:nvPr/>
        </p:nvSpPr>
        <p:spPr>
          <a:xfrm>
            <a:off x="92628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000000"/>
              </a:solidFill>
              <a:effectLst/>
              <a:uFillTx/>
              <a:latin typeface="Arial"/>
            </a:endParaRPr>
          </a:p>
        </p:txBody>
      </p:sp>
      <p:sp>
        <p:nvSpPr>
          <p:cNvPr id="211" name="Chevron 23"/>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212" name="Chevron 24"/>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213" name="Chevron 25"/>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sp>
        <p:nvSpPr>
          <p:cNvPr id="214" name=""/>
          <p:cNvSpPr txBox="1"/>
          <p:nvPr/>
        </p:nvSpPr>
        <p:spPr>
          <a:xfrm>
            <a:off x="1143000" y="802080"/>
            <a:ext cx="3777840" cy="401760"/>
          </a:xfrm>
          <a:prstGeom prst="rect">
            <a:avLst/>
          </a:prstGeom>
          <a:noFill/>
          <a:ln w="0">
            <a:noFill/>
          </a:ln>
        </p:spPr>
        <p:txBody>
          <a:bodyPr lIns="90000" rIns="90000" tIns="45000" bIns="45000" anchor="t">
            <a:spAutoFit/>
          </a:bodyPr>
          <a:p>
            <a:r>
              <a:rPr b="0" lang="en-US" sz="1800" strike="noStrike" u="none">
                <a:solidFill>
                  <a:schemeClr val="dk1"/>
                </a:solidFill>
                <a:effectLst/>
                <a:uFillTx/>
                <a:latin typeface="Calibri"/>
                <a:ea typeface="Arial"/>
              </a:rPr>
              <a:t>Modification of the incidence rate</a:t>
            </a:r>
            <a:endParaRPr b="0" lang="en-US" sz="1800" strike="noStrike" u="none">
              <a:solidFill>
                <a:srgbClr val="000000"/>
              </a:solidFill>
              <a:effectLst/>
              <a:uFillTx/>
              <a:latin typeface="Arial"/>
            </a:endParaRPr>
          </a:p>
        </p:txBody>
      </p:sp>
      <p:pic>
        <p:nvPicPr>
          <p:cNvPr id="215" name="" descr=""/>
          <p:cNvPicPr/>
          <p:nvPr/>
        </p:nvPicPr>
        <p:blipFill>
          <a:blip r:embed="rId1"/>
          <a:stretch/>
        </p:blipFill>
        <p:spPr>
          <a:xfrm>
            <a:off x="1957320" y="1143000"/>
            <a:ext cx="8101080" cy="49399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1004400" y="2232000"/>
            <a:ext cx="7701120" cy="1799640"/>
          </a:xfrm>
          <a:prstGeom prst="rect">
            <a:avLst/>
          </a:prstGeom>
          <a:noFill/>
          <a:ln w="0">
            <a:noFill/>
          </a:ln>
        </p:spPr>
        <p:txBody>
          <a:bodyPr lIns="0" rIns="0" tIns="0" bIns="0" anchor="t">
            <a:noAutofit/>
          </a:bodyPr>
          <a:p>
            <a:pPr indent="0" defTabSz="914400">
              <a:lnSpc>
                <a:spcPts val="5000"/>
              </a:lnSpc>
              <a:buNone/>
            </a:pPr>
            <a:r>
              <a:rPr b="1" lang="en-US" sz="5000" strike="noStrike" u="none" cap="all">
                <a:solidFill>
                  <a:schemeClr val="lt1"/>
                </a:solidFill>
                <a:effectLst/>
                <a:uFillTx/>
                <a:latin typeface="Calibri"/>
                <a:ea typeface="Arial"/>
              </a:rPr>
              <a:t>EFFICACY OF EPIDEMIOLOGICAL MODELING </a:t>
            </a:r>
            <a:endParaRPr b="0" lang="de-DE" sz="50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1007640" y="148320"/>
            <a:ext cx="1071468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Efficacy of epidemiological modeling  </a:t>
            </a:r>
            <a:endParaRPr b="0" lang="de-DE" sz="2500" strike="noStrike" u="none">
              <a:solidFill>
                <a:schemeClr val="dk1"/>
              </a:solidFill>
              <a:effectLst/>
              <a:uFillTx/>
              <a:latin typeface="Calibri"/>
            </a:endParaRPr>
          </a:p>
        </p:txBody>
      </p:sp>
      <p:sp>
        <p:nvSpPr>
          <p:cNvPr id="218" name="Textfeld 26"/>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915ED2DE-4A5A-4FE3-9367-150938E9B944}"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19" name="Rechteck 3"/>
          <p:cNvSpPr/>
          <p:nvPr/>
        </p:nvSpPr>
        <p:spPr>
          <a:xfrm>
            <a:off x="1007640" y="1018080"/>
            <a:ext cx="10784520" cy="91260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ndParaRPr>
          </a:p>
        </p:txBody>
      </p:sp>
      <p:sp>
        <p:nvSpPr>
          <p:cNvPr id="220" name="Textfeld 2"/>
          <p:cNvSpPr/>
          <p:nvPr/>
        </p:nvSpPr>
        <p:spPr>
          <a:xfrm>
            <a:off x="1032120" y="914400"/>
            <a:ext cx="10506240" cy="513720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For a simple disease or infection, the limitation to a reduced number of compartments and a bilinear incidence rate may suffice but for complicated diseases, such as Covid-19, a large number of compartments is required.</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The more compartments, the more intervening factors need to be mathematically modeled. </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 Limitation 1: </a:t>
            </a:r>
            <a:r>
              <a:rPr b="0" lang="en-US" sz="1800" strike="noStrike" u="none">
                <a:solidFill>
                  <a:schemeClr val="dk1"/>
                </a:solidFill>
                <a:effectLst/>
                <a:uFillTx/>
                <a:latin typeface="Calibri"/>
                <a:ea typeface="Arial"/>
              </a:rPr>
              <a:t>It does not capture the uncertainty and variability that is inherent in real-life epidemics due to factors such as the unpredictability of person-to-person contact.</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 Limitation 2: </a:t>
            </a:r>
            <a:r>
              <a:rPr b="0" lang="en-US" sz="1800" strike="noStrike" u="none">
                <a:solidFill>
                  <a:schemeClr val="dk1"/>
                </a:solidFill>
                <a:effectLst/>
                <a:uFillTx/>
                <a:latin typeface="Calibri"/>
                <a:ea typeface="Arial"/>
              </a:rPr>
              <a:t>It does not take into account the memory effects on their dynamics (People can use different precautions that affect the change in the infection dinamics)</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 Limitation 3: They’re based on the assumption of instant cause and effect which is not correct in real life (Infected individual needs some time before becoming infectious and starts spreading the disease). Furthermore, when after vaccination, a time-period the efficacy of the vaccination increases progressively over time and decreases again after extended periods of time.</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 Limitation 4: It does not take into account the spatial factor. For infectious diseases, the movement of individuals is a major factor of the disease spread.</a:t>
            </a:r>
            <a:endParaRPr b="0" lang="en-US" sz="1800" strike="noStrike" u="none">
              <a:solidFill>
                <a:srgbClr val="000000"/>
              </a:solidFill>
              <a:effectLst/>
              <a:uFillTx/>
              <a:latin typeface="Arial"/>
            </a:endParaRPr>
          </a:p>
          <a:p>
            <a:pPr defTabSz="914400">
              <a:lnSpc>
                <a:spcPct val="100000"/>
              </a:lnSpc>
              <a:spcAft>
                <a:spcPts val="601"/>
              </a:spcAft>
            </a:pP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221" name="Chevron 9"/>
          <p:cNvSpPr/>
          <p:nvPr/>
        </p:nvSpPr>
        <p:spPr>
          <a:xfrm>
            <a:off x="92628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ffffff"/>
              </a:solidFill>
              <a:effectLst/>
              <a:uFillTx/>
              <a:latin typeface="Arial"/>
            </a:endParaRPr>
          </a:p>
        </p:txBody>
      </p:sp>
      <p:sp>
        <p:nvSpPr>
          <p:cNvPr id="222" name="Chevron 9"/>
          <p:cNvSpPr/>
          <p:nvPr/>
        </p:nvSpPr>
        <p:spPr>
          <a:xfrm>
            <a:off x="3610440" y="552240"/>
            <a:ext cx="2771640" cy="249840"/>
          </a:xfrm>
          <a:prstGeom prst="chevron">
            <a:avLst>
              <a:gd name="adj" fmla="val 50000"/>
            </a:avLst>
          </a:prstGeom>
          <a:solidFill>
            <a:schemeClr val="lt1">
              <a:lumMod val="65000"/>
            </a:schemeClr>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000000"/>
              </a:solidFill>
              <a:effectLst/>
              <a:uFillTx/>
              <a:latin typeface="Arial"/>
            </a:endParaRPr>
          </a:p>
        </p:txBody>
      </p:sp>
      <p:sp>
        <p:nvSpPr>
          <p:cNvPr id="223" name="Chevron 9"/>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224" name="Chevron 9"/>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1004400" y="2232000"/>
            <a:ext cx="7701120" cy="1799640"/>
          </a:xfrm>
          <a:prstGeom prst="rect">
            <a:avLst/>
          </a:prstGeom>
          <a:noFill/>
          <a:ln w="0">
            <a:noFill/>
          </a:ln>
        </p:spPr>
        <p:txBody>
          <a:bodyPr lIns="0" rIns="0" tIns="0" bIns="0" anchor="t">
            <a:noAutofit/>
          </a:bodyPr>
          <a:p>
            <a:pPr indent="0" defTabSz="914400">
              <a:lnSpc>
                <a:spcPts val="5000"/>
              </a:lnSpc>
              <a:buNone/>
            </a:pPr>
            <a:r>
              <a:rPr b="1" lang="en-US" sz="5000" strike="noStrike" u="none" cap="all">
                <a:solidFill>
                  <a:schemeClr val="lt1"/>
                </a:solidFill>
                <a:effectLst/>
                <a:uFillTx/>
                <a:latin typeface="Calibri"/>
                <a:ea typeface="Arial"/>
              </a:rPr>
              <a:t>Exam questions</a:t>
            </a:r>
            <a:endParaRPr b="0" lang="de-DE" sz="50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1007640" y="148320"/>
            <a:ext cx="10714680" cy="334800"/>
          </a:xfrm>
          <a:prstGeom prst="rect">
            <a:avLst/>
          </a:prstGeom>
          <a:noFill/>
          <a:ln w="0">
            <a:noFill/>
          </a:ln>
        </p:spPr>
        <p:txBody>
          <a:bodyPr lIns="0" rIns="0" tIns="0" bIns="0" anchor="t">
            <a:noAutofit/>
          </a:bodyPr>
          <a:p>
            <a:pPr indent="0" defTabSz="914400">
              <a:lnSpc>
                <a:spcPts val="2500"/>
              </a:lnSpc>
              <a:buNone/>
            </a:pPr>
            <a:r>
              <a:rPr b="1" lang="de-DE" sz="2800" strike="noStrike" u="none" cap="all">
                <a:solidFill>
                  <a:schemeClr val="dk1"/>
                </a:solidFill>
                <a:effectLst/>
                <a:uFillTx/>
                <a:latin typeface="Calibri"/>
                <a:ea typeface="Arial"/>
              </a:rPr>
              <a:t>Question 03</a:t>
            </a:r>
            <a:endParaRPr b="0" lang="de-DE" sz="2800" strike="noStrike" u="none">
              <a:solidFill>
                <a:schemeClr val="dk1"/>
              </a:solidFill>
              <a:effectLst/>
              <a:uFillTx/>
              <a:latin typeface="Calibri"/>
            </a:endParaRPr>
          </a:p>
        </p:txBody>
      </p:sp>
      <p:sp>
        <p:nvSpPr>
          <p:cNvPr id="227" name="Textfeld 26"/>
          <p:cNvSpPr/>
          <p:nvPr/>
        </p:nvSpPr>
        <p:spPr>
          <a:xfrm>
            <a:off x="11929320" y="6581160"/>
            <a:ext cx="262080" cy="311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B09E9C26-7981-4D89-B148-473E84952AD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28" name="Rechteck 3"/>
          <p:cNvSpPr/>
          <p:nvPr/>
        </p:nvSpPr>
        <p:spPr>
          <a:xfrm>
            <a:off x="1007640" y="1018080"/>
            <a:ext cx="10784520" cy="91260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ndParaRPr>
          </a:p>
        </p:txBody>
      </p:sp>
      <p:sp>
        <p:nvSpPr>
          <p:cNvPr id="229" name="Textfeld 7"/>
          <p:cNvSpPr/>
          <p:nvPr/>
        </p:nvSpPr>
        <p:spPr>
          <a:xfrm>
            <a:off x="3075480" y="3439800"/>
            <a:ext cx="6150600" cy="36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rgbClr val="181c1f"/>
                </a:solidFill>
                <a:effectLst/>
                <a:uFillTx/>
                <a:latin typeface="Arial"/>
                <a:ea typeface="Arial"/>
              </a:rPr>
              <a:t>Elementary (flux) modes</a:t>
            </a:r>
            <a:endParaRPr b="0" lang="en-US" sz="1800" strike="noStrike" u="none">
              <a:solidFill>
                <a:srgbClr val="000000"/>
              </a:solidFill>
              <a:effectLst/>
              <a:uFillTx/>
              <a:latin typeface="Arial"/>
            </a:endParaRPr>
          </a:p>
        </p:txBody>
      </p:sp>
      <p:pic>
        <p:nvPicPr>
          <p:cNvPr id="230" name="Grafik 10" descr=""/>
          <p:cNvPicPr/>
          <p:nvPr/>
        </p:nvPicPr>
        <p:blipFill>
          <a:blip r:embed="rId1"/>
          <a:stretch/>
        </p:blipFill>
        <p:spPr>
          <a:xfrm>
            <a:off x="2157480" y="1013400"/>
            <a:ext cx="9580320" cy="5222160"/>
          </a:xfrm>
          <a:prstGeom prst="rect">
            <a:avLst/>
          </a:prstGeom>
          <a:noFill/>
          <a:ln w="0">
            <a:noFill/>
          </a:ln>
        </p:spPr>
      </p:pic>
      <p:sp>
        <p:nvSpPr>
          <p:cNvPr id="231" name="Chevron 9"/>
          <p:cNvSpPr/>
          <p:nvPr/>
        </p:nvSpPr>
        <p:spPr>
          <a:xfrm>
            <a:off x="92628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Flux balance analysis</a:t>
            </a:r>
            <a:endParaRPr b="0" lang="en-US" sz="1400" strike="noStrike" u="none">
              <a:solidFill>
                <a:srgbClr val="ffffff"/>
              </a:solidFill>
              <a:effectLst/>
              <a:uFillTx/>
              <a:latin typeface="Arial"/>
            </a:endParaRPr>
          </a:p>
        </p:txBody>
      </p:sp>
      <p:sp>
        <p:nvSpPr>
          <p:cNvPr id="232" name="Chevron 9"/>
          <p:cNvSpPr/>
          <p:nvPr/>
        </p:nvSpPr>
        <p:spPr>
          <a:xfrm>
            <a:off x="361044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Flux modes and minimal cut sets</a:t>
            </a:r>
            <a:endParaRPr b="0" lang="en-US" sz="1400" strike="noStrike" u="none">
              <a:solidFill>
                <a:srgbClr val="ffffff"/>
              </a:solidFill>
              <a:effectLst/>
              <a:uFillTx/>
              <a:latin typeface="Arial"/>
            </a:endParaRPr>
          </a:p>
        </p:txBody>
      </p:sp>
      <p:sp>
        <p:nvSpPr>
          <p:cNvPr id="233" name="Chevron 9"/>
          <p:cNvSpPr/>
          <p:nvPr/>
        </p:nvSpPr>
        <p:spPr>
          <a:xfrm>
            <a:off x="6285240" y="54576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Community models</a:t>
            </a:r>
            <a:endParaRPr b="0" lang="en-US" sz="1400" strike="noStrike" u="none">
              <a:solidFill>
                <a:srgbClr val="ffffff"/>
              </a:solidFill>
              <a:effectLst/>
              <a:uFillTx/>
              <a:latin typeface="Arial"/>
            </a:endParaRPr>
          </a:p>
        </p:txBody>
      </p:sp>
      <p:sp>
        <p:nvSpPr>
          <p:cNvPr id="234" name="Chevron 9"/>
          <p:cNvSpPr/>
          <p:nvPr/>
        </p:nvSpPr>
        <p:spPr>
          <a:xfrm>
            <a:off x="8966160" y="552240"/>
            <a:ext cx="2771640" cy="249840"/>
          </a:xfrm>
          <a:prstGeom prst="chevron">
            <a:avLst>
              <a:gd name="adj" fmla="val 50000"/>
            </a:avLst>
          </a:prstGeom>
          <a:solidFill>
            <a:srgbClr val="000000"/>
          </a:solidFill>
          <a:ln w="25560">
            <a:solidFill>
              <a:schemeClr val="lt1"/>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Linkage of proteomics data</a:t>
            </a:r>
            <a:endParaRPr b="0" lang="en-US" sz="1400" strike="noStrike" u="none">
              <a:solidFill>
                <a:srgbClr val="ffffff"/>
              </a:solidFill>
              <a:effectLst/>
              <a:uFillTx/>
              <a:latin typeface="Arial"/>
            </a:endParaRPr>
          </a:p>
        </p:txBody>
      </p:sp>
      <p:sp>
        <p:nvSpPr>
          <p:cNvPr id="235" name="Rechteck 5"/>
          <p:cNvSpPr/>
          <p:nvPr/>
        </p:nvSpPr>
        <p:spPr>
          <a:xfrm>
            <a:off x="161640" y="3350160"/>
            <a:ext cx="2841840" cy="1461960"/>
          </a:xfrm>
          <a:prstGeom prst="rect">
            <a:avLst/>
          </a:prstGeom>
          <a:solidFill>
            <a:schemeClr val="accent2">
              <a:lumMod val="60000"/>
              <a:lumOff val="40000"/>
            </a:schemeClr>
          </a:solidFill>
          <a:ln w="0">
            <a:solidFill>
              <a:srgbClr val="000000"/>
            </a:solidFill>
          </a:ln>
        </p:spPr>
        <p:style>
          <a:lnRef idx="0"/>
          <a:fillRef idx="0"/>
          <a:effectRef idx="0"/>
          <a:fontRef idx="minor"/>
        </p:style>
        <p:txBody>
          <a:bodyPr lIns="90000" rIns="90000" tIns="45000" bIns="45000" anchor="t">
            <a:spAutoFit/>
          </a:bodyPr>
          <a:p>
            <a:pPr defTabSz="914400">
              <a:lnSpc>
                <a:spcPct val="100000"/>
              </a:lnSpc>
            </a:pPr>
            <a:r>
              <a:rPr b="1" lang="de-DE" sz="1800" strike="noStrike" u="none">
                <a:solidFill>
                  <a:schemeClr val="dk1"/>
                </a:solidFill>
                <a:effectLst/>
                <a:uFillTx/>
                <a:latin typeface="Calibri"/>
                <a:ea typeface="Arial"/>
              </a:rPr>
              <a:t>F3: Create all elementary modes and all minimal cutsets for a given example network</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997200" y="676800"/>
            <a:ext cx="7704360" cy="324720"/>
          </a:xfrm>
          <a:prstGeom prst="rect">
            <a:avLst/>
          </a:prstGeom>
          <a:noFill/>
          <a:ln w="0">
            <a:noFill/>
          </a:ln>
        </p:spPr>
        <p:txBody>
          <a:bodyPr lIns="0" rIns="0" tIns="0" bIns="0" anchor="t">
            <a:noAutofit/>
          </a:bodyPr>
          <a:p>
            <a:pPr indent="0" defTabSz="914400">
              <a:lnSpc>
                <a:spcPts val="2500"/>
              </a:lnSpc>
              <a:buNone/>
            </a:pPr>
            <a:r>
              <a:rPr b="1" lang="en-US" sz="2500" strike="noStrike" u="none" cap="all">
                <a:solidFill>
                  <a:schemeClr val="dk1"/>
                </a:solidFill>
                <a:effectLst/>
                <a:uFillTx/>
                <a:latin typeface="Calibri"/>
                <a:ea typeface="Arial"/>
              </a:rPr>
              <a:t>References</a:t>
            </a:r>
            <a:endParaRPr b="0" lang="de-DE" sz="2500" strike="noStrike" u="none">
              <a:solidFill>
                <a:schemeClr val="dk1"/>
              </a:solidFill>
              <a:effectLst/>
              <a:uFillTx/>
              <a:latin typeface="Calibri"/>
            </a:endParaRPr>
          </a:p>
        </p:txBody>
      </p:sp>
      <p:sp>
        <p:nvSpPr>
          <p:cNvPr id="237" name="PlaceHolder 2"/>
          <p:cNvSpPr>
            <a:spLocks noGrp="1"/>
          </p:cNvSpPr>
          <p:nvPr>
            <p:ph/>
          </p:nvPr>
        </p:nvSpPr>
        <p:spPr>
          <a:xfrm>
            <a:off x="997200" y="1620000"/>
            <a:ext cx="10232640" cy="4319640"/>
          </a:xfrm>
          <a:prstGeom prst="rect">
            <a:avLst/>
          </a:prstGeom>
          <a:noFill/>
          <a:ln w="0">
            <a:noFill/>
          </a:ln>
        </p:spPr>
        <p:txBody>
          <a:bodyPr lIns="0" rIns="0" tIns="0" bIns="0" anchor="t">
            <a:noAutofit/>
          </a:bodyPr>
          <a:p>
            <a:pPr indent="0" defTabSz="914400">
              <a:lnSpc>
                <a:spcPts val="2001"/>
              </a:lnSpc>
              <a:spcBef>
                <a:spcPts val="850"/>
              </a:spcBef>
              <a:buNone/>
              <a:tabLst>
                <a:tab algn="l" pos="0"/>
              </a:tabLst>
            </a:pPr>
            <a:r>
              <a:rPr b="0" lang="en-US" sz="1400" strike="noStrike" u="none">
                <a:solidFill>
                  <a:schemeClr val="dk1"/>
                </a:solidFill>
                <a:effectLst/>
                <a:uFillTx/>
                <a:latin typeface="Calibri"/>
                <a:ea typeface="Arial"/>
              </a:rPr>
              <a:t>1. Palsson BØ. </a:t>
            </a:r>
            <a:r>
              <a:rPr b="0" i="1" lang="en-US" sz="1400" strike="noStrike" u="none">
                <a:solidFill>
                  <a:schemeClr val="dk1"/>
                </a:solidFill>
                <a:effectLst/>
                <a:uFillTx/>
                <a:latin typeface="Calibri"/>
                <a:ea typeface="Arial"/>
              </a:rPr>
              <a:t>Systems Biology: Constraint-Based Reconstruction and Analysis</a:t>
            </a:r>
            <a:r>
              <a:rPr b="0" lang="en-US" sz="1400" strike="noStrike" u="none">
                <a:solidFill>
                  <a:schemeClr val="dk1"/>
                </a:solidFill>
                <a:effectLst/>
                <a:uFillTx/>
                <a:latin typeface="Calibri"/>
                <a:ea typeface="Arial"/>
              </a:rPr>
              <a:t>. Cambridge University Press; 2015. </a:t>
            </a:r>
            <a:endParaRPr b="0" lang="de-DE" sz="1400" strike="noStrike" u="none">
              <a:solidFill>
                <a:schemeClr val="dk1"/>
              </a:solidFill>
              <a:effectLst/>
              <a:uFillTx/>
              <a:latin typeface="Calibri"/>
            </a:endParaRPr>
          </a:p>
          <a:p>
            <a:pPr indent="0" defTabSz="914400">
              <a:lnSpc>
                <a:spcPts val="2001"/>
              </a:lnSpc>
              <a:spcBef>
                <a:spcPts val="850"/>
              </a:spcBef>
              <a:buNone/>
              <a:tabLst>
                <a:tab algn="l" pos="0"/>
              </a:tabLst>
            </a:pPr>
            <a:endParaRPr b="0" lang="de-DE" sz="1600" strike="noStrike" u="none">
              <a:solidFill>
                <a:schemeClr val="dk1"/>
              </a:solidFill>
              <a:effectLst/>
              <a:uFillTx/>
              <a:latin typeface="Calibri"/>
            </a:endParaRPr>
          </a:p>
        </p:txBody>
      </p:sp>
      <p:pic>
        <p:nvPicPr>
          <p:cNvPr id="238" name="Grafik 4" descr=""/>
          <p:cNvPicPr/>
          <p:nvPr/>
        </p:nvPicPr>
        <p:blipFill>
          <a:blip r:embed="rId1"/>
          <a:stretch/>
        </p:blipFill>
        <p:spPr>
          <a:xfrm>
            <a:off x="4072320" y="1957320"/>
            <a:ext cx="3042360" cy="43930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p:nvPr>
        </p:nvSpPr>
        <p:spPr>
          <a:xfrm>
            <a:off x="998640" y="2232000"/>
            <a:ext cx="7705080" cy="2056320"/>
          </a:xfrm>
          <a:prstGeom prst="rect">
            <a:avLst/>
          </a:prstGeom>
          <a:noFill/>
          <a:ln w="0">
            <a:noFill/>
          </a:ln>
        </p:spPr>
        <p:txBody>
          <a:bodyPr lIns="0" rIns="0" tIns="0" bIns="0" anchor="t">
            <a:noAutofit/>
          </a:bodyPr>
          <a:p>
            <a:pPr indent="0" defTabSz="914400">
              <a:lnSpc>
                <a:spcPts val="5000"/>
              </a:lnSpc>
              <a:spcAft>
                <a:spcPts val="1800"/>
              </a:spcAft>
              <a:buNone/>
              <a:tabLst>
                <a:tab algn="l" pos="0"/>
              </a:tabLst>
            </a:pPr>
            <a:r>
              <a:rPr b="1" lang="en-US" sz="5000" strike="noStrike" u="none" cap="all">
                <a:solidFill>
                  <a:schemeClr val="dk1"/>
                </a:solidFill>
                <a:effectLst/>
                <a:uFillTx/>
                <a:latin typeface="Calibri"/>
                <a:ea typeface="Arial"/>
              </a:rPr>
              <a:t>Thank you</a:t>
            </a:r>
            <a:endParaRPr b="0" lang="de-DE" sz="5000" strike="noStrike" u="none">
              <a:solidFill>
                <a:schemeClr val="dk1"/>
              </a:solidFill>
              <a:effectLst/>
              <a:uFillTx/>
              <a:latin typeface="Calibri"/>
            </a:endParaRPr>
          </a:p>
          <a:p>
            <a:pPr indent="0" defTabSz="914400">
              <a:lnSpc>
                <a:spcPts val="2001"/>
              </a:lnSpc>
              <a:buNone/>
              <a:tabLst>
                <a:tab algn="l" pos="0"/>
              </a:tabLst>
            </a:pPr>
            <a:r>
              <a:rPr b="0" lang="en-US" sz="2000" strike="noStrike" u="none">
                <a:solidFill>
                  <a:schemeClr val="dk1"/>
                </a:solidFill>
                <a:effectLst/>
                <a:uFillTx/>
                <a:latin typeface="Calibri"/>
                <a:ea typeface="Arial"/>
              </a:rPr>
              <a:t>Robert Heyer</a:t>
            </a:r>
            <a:endParaRPr b="0" lang="de-DE" sz="2000" strike="noStrike" u="none">
              <a:solidFill>
                <a:schemeClr val="dk1"/>
              </a:solidFill>
              <a:effectLst/>
              <a:uFillTx/>
              <a:latin typeface="Calibri"/>
            </a:endParaRPr>
          </a:p>
        </p:txBody>
      </p:sp>
      <p:pic>
        <p:nvPicPr>
          <p:cNvPr id="240" name="Picture 2" descr="WinDo: Leibniz-Institut für Analytische Wissenschaften – ISAS – e. V."/>
          <p:cNvPicPr/>
          <p:nvPr/>
        </p:nvPicPr>
        <p:blipFill>
          <a:blip r:embed="rId1"/>
          <a:stretch/>
        </p:blipFill>
        <p:spPr>
          <a:xfrm>
            <a:off x="5362560" y="946080"/>
            <a:ext cx="6457320" cy="31683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isas-ppt-master-breitbild-02-en</Template>
  <TotalTime>3723</TotalTime>
  <Application>LibreOffice/25.2.3.2$Linux_X86_64 LibreOffice_project/520$Build-2</Application>
  <AppVersion>15.0000</AppVersion>
  <Company>ISAS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2022-05-04T06:06:43Z</dcterms:created>
  <dc:creator>Heyer, Dr. Robert Steven</dc:creator>
  <dc:description/>
  <dc:language>en-US</dc:language>
  <cp:lastModifiedBy/>
  <dcterms:modified xsi:type="dcterms:W3CDTF">2026-06-26T08:24:54Z</dcterms:modified>
  <cp:revision>438</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25</vt:r8>
  </property>
  <property fmtid="{D5CDD505-2E9C-101B-9397-08002B2CF9AE}" pid="3" name="PresentationFormat">
    <vt:lpwstr>Breitbild</vt:lpwstr>
  </property>
  <property fmtid="{D5CDD505-2E9C-101B-9397-08002B2CF9AE}" pid="4" name="Slides">
    <vt:r8>46</vt:r8>
  </property>
</Properties>
</file>